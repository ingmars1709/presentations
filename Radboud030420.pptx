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80" r:id="rId3"/>
    <p:sldMasterId id="2147483699" r:id="rId4"/>
  </p:sldMasterIdLst>
  <p:notesMasterIdLst>
    <p:notesMasterId r:id="rId58"/>
  </p:notesMasterIdLst>
  <p:sldIdLst>
    <p:sldId id="285" r:id="rId5"/>
    <p:sldId id="321" r:id="rId6"/>
    <p:sldId id="325" r:id="rId7"/>
    <p:sldId id="322" r:id="rId8"/>
    <p:sldId id="323" r:id="rId9"/>
    <p:sldId id="324" r:id="rId10"/>
    <p:sldId id="326" r:id="rId11"/>
    <p:sldId id="319" r:id="rId12"/>
    <p:sldId id="278" r:id="rId13"/>
    <p:sldId id="279" r:id="rId14"/>
    <p:sldId id="280" r:id="rId15"/>
    <p:sldId id="281" r:id="rId16"/>
    <p:sldId id="287" r:id="rId17"/>
    <p:sldId id="288" r:id="rId18"/>
    <p:sldId id="284" r:id="rId19"/>
    <p:sldId id="260" r:id="rId20"/>
    <p:sldId id="266" r:id="rId21"/>
    <p:sldId id="272" r:id="rId22"/>
    <p:sldId id="289" r:id="rId23"/>
    <p:sldId id="290" r:id="rId24"/>
    <p:sldId id="334" r:id="rId25"/>
    <p:sldId id="304" r:id="rId26"/>
    <p:sldId id="349" r:id="rId27"/>
    <p:sldId id="305" r:id="rId28"/>
    <p:sldId id="350" r:id="rId29"/>
    <p:sldId id="306" r:id="rId30"/>
    <p:sldId id="291" r:id="rId31"/>
    <p:sldId id="292" r:id="rId32"/>
    <p:sldId id="351" r:id="rId33"/>
    <p:sldId id="294" r:id="rId34"/>
    <p:sldId id="295" r:id="rId35"/>
    <p:sldId id="297" r:id="rId36"/>
    <p:sldId id="298" r:id="rId37"/>
    <p:sldId id="299" r:id="rId38"/>
    <p:sldId id="300" r:id="rId39"/>
    <p:sldId id="302" r:id="rId40"/>
    <p:sldId id="311" r:id="rId41"/>
    <p:sldId id="309" r:id="rId42"/>
    <p:sldId id="338" r:id="rId43"/>
    <p:sldId id="335" r:id="rId44"/>
    <p:sldId id="344" r:id="rId45"/>
    <p:sldId id="339" r:id="rId46"/>
    <p:sldId id="340" r:id="rId47"/>
    <p:sldId id="341" r:id="rId48"/>
    <p:sldId id="342" r:id="rId49"/>
    <p:sldId id="343" r:id="rId50"/>
    <p:sldId id="307" r:id="rId51"/>
    <p:sldId id="356" r:id="rId52"/>
    <p:sldId id="355" r:id="rId53"/>
    <p:sldId id="308" r:id="rId54"/>
    <p:sldId id="357" r:id="rId55"/>
    <p:sldId id="317" r:id="rId56"/>
    <p:sldId id="310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041" autoAdjust="0"/>
    <p:restoredTop sz="94660"/>
  </p:normalViewPr>
  <p:slideViewPr>
    <p:cSldViewPr snapToGrid="0">
      <p:cViewPr varScale="1">
        <p:scale>
          <a:sx n="85" d="100"/>
          <a:sy n="85" d="100"/>
        </p:scale>
        <p:origin x="394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61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E9BF81-8341-4394-A78F-245F50FAD9E9}" type="datetimeFigureOut">
              <a:rPr lang="en-US" smtClean="0"/>
              <a:t>4/3/2020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185C9-F5C1-48D0-9121-025494B6D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136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Intro </a:t>
            </a:r>
            <a:r>
              <a:rPr lang="en-US" dirty="0" err="1" smtClean="0"/>
              <a:t>ik</a:t>
            </a:r>
            <a:r>
              <a:rPr lang="en-US" dirty="0" smtClean="0"/>
              <a:t>,</a:t>
            </a:r>
            <a:r>
              <a:rPr lang="en-US" baseline="0" dirty="0" smtClean="0"/>
              <a:t> ING, security satellite, </a:t>
            </a:r>
            <a:r>
              <a:rPr lang="en-US" baseline="0" dirty="0" err="1" smtClean="0"/>
              <a:t>BufSec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70B036-1422-4C36-8158-C30E1C0769E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3551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4007de1a3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7" name="Google Shape;437;g4007de1a38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</a:pPr>
            <a:r>
              <a:rPr lang="en-US" b="1">
                <a:solidFill>
                  <a:schemeClr val="dk1"/>
                </a:solidFill>
              </a:rPr>
              <a:t>IS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</a:pPr>
            <a:r>
              <a:rPr lang="en-US">
                <a:solidFill>
                  <a:schemeClr val="dk1"/>
                </a:solidFill>
              </a:rPr>
              <a:t>Inventarisatie van huidige stand van zaken / Gaps.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We hadden alle assen even goed op waarde geschat, minder focus voor Security. Geen toezichthouder, daardoor minder geneigd hier mee aan de slag te gaan.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We hebben de noodzaak van agile ondervonden en zijn er behoorlijk goed in geworden.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UIT: Geliefd bij Management vanwege korte TTM, excellent Customer experience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UIT: Security is achtergebleven en dat hebben we aan den lijve ondervonden.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</a:pP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471219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40a4de2c47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2" name="Google Shape;782;g40a4de2c47_0_4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>
                <a:solidFill>
                  <a:schemeClr val="dk1"/>
                </a:solidFill>
              </a:rPr>
              <a:t>IS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In: We hebben het assessment inmiddels opnieuw uitgevoerd en scoren een stuk beter op het gebied Cyber Security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Uit: Bedankt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2441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Binnen deze areas stuurt het technologiebeleid op het vergroten van kennis en kunde (capabilities) en opbouw van associatie bij onze doelgroep. </a:t>
            </a:r>
          </a:p>
          <a:p>
            <a:endParaRPr lang="nl-NL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Security, Privacy &amp; Ethiek krijgen een prominente plek binnen alle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70B036-1422-4C36-8158-C30E1C0769E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9153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Gebieden</a:t>
            </a:r>
            <a:r>
              <a:rPr lang="en-US" baseline="0" dirty="0" smtClean="0"/>
              <a:t> die </a:t>
            </a:r>
            <a:r>
              <a:rPr lang="en-US" baseline="0" dirty="0" err="1" smtClean="0"/>
              <a:t>ik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denk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dat</a:t>
            </a:r>
            <a:r>
              <a:rPr lang="en-US" baseline="0" dirty="0" smtClean="0"/>
              <a:t> relevant </a:t>
            </a:r>
            <a:r>
              <a:rPr lang="en-US" baseline="0" dirty="0" err="1" smtClean="0"/>
              <a:t>zijn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voor</a:t>
            </a:r>
            <a:r>
              <a:rPr lang="en-US" baseline="0" dirty="0" smtClean="0"/>
              <a:t> </a:t>
            </a:r>
            <a:r>
              <a:rPr lang="en-US" baseline="0" dirty="0" err="1" smtClean="0"/>
              <a:t>Infosupport</a:t>
            </a:r>
            <a:r>
              <a:rPr lang="en-US" baseline="0" dirty="0" smtClean="0"/>
              <a:t> om </a:t>
            </a:r>
            <a:r>
              <a:rPr lang="en-US" baseline="0" dirty="0" err="1" smtClean="0"/>
              <a:t>afstudeeropdrachten</a:t>
            </a:r>
            <a:r>
              <a:rPr lang="en-US" baseline="0" dirty="0" smtClean="0"/>
              <a:t> op </a:t>
            </a:r>
            <a:r>
              <a:rPr lang="en-US" baseline="0" dirty="0" err="1" smtClean="0"/>
              <a:t>te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hebben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en</a:t>
            </a:r>
            <a:r>
              <a:rPr lang="en-US" baseline="0" dirty="0" smtClean="0"/>
              <a:t> zo </a:t>
            </a:r>
            <a:r>
              <a:rPr lang="en-US" baseline="0" dirty="0" err="1" smtClean="0"/>
              <a:t>bijdrage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leveren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aan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deze</a:t>
            </a:r>
            <a:r>
              <a:rPr lang="en-US" baseline="0" dirty="0" smtClean="0"/>
              <a:t> area’s.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70B036-1422-4C36-8158-C30E1C0769E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80719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70B036-1422-4C36-8158-C30E1C0769E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18363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70B036-1422-4C36-8158-C30E1C0769E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76925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70B036-1422-4C36-8158-C30E1C0769E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9545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70B036-1422-4C36-8158-C30E1C0769E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21354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70B036-1422-4C36-8158-C30E1C0769E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89917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70B036-1422-4C36-8158-C30E1C0769E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15762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70B036-1422-4C36-8158-C30E1C0769EB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7416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DC64D-8F75-476F-AD4A-5F413B834DFF}" type="datetimeFigureOut">
              <a:rPr lang="en-US" smtClean="0"/>
              <a:t>4/3/2020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07C8B-7921-4031-ACB3-E56D2439F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71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DC64D-8F75-476F-AD4A-5F413B834DFF}" type="datetimeFigureOut">
              <a:rPr lang="en-US" smtClean="0"/>
              <a:t>4/3/2020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07C8B-7921-4031-ACB3-E56D2439F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650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DC64D-8F75-476F-AD4A-5F413B834DFF}" type="datetimeFigureOut">
              <a:rPr lang="en-US" smtClean="0"/>
              <a:t>4/3/2020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07C8B-7921-4031-ACB3-E56D2439F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65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DC64D-8F75-476F-AD4A-5F413B834DFF}" type="datetimeFigureOut">
              <a:rPr lang="en-US" smtClean="0"/>
              <a:t>4/3/2020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07C8B-7921-4031-ACB3-E56D2439F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729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DC64D-8F75-476F-AD4A-5F413B834DFF}" type="datetimeFigureOut">
              <a:rPr lang="en-US" smtClean="0"/>
              <a:t>4/3/2020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07C8B-7921-4031-ACB3-E56D2439F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792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DC64D-8F75-476F-AD4A-5F413B834DFF}" type="datetimeFigureOut">
              <a:rPr lang="en-US" smtClean="0"/>
              <a:t>4/3/2020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07C8B-7921-4031-ACB3-E56D2439F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834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DC64D-8F75-476F-AD4A-5F413B834DFF}" type="datetimeFigureOut">
              <a:rPr lang="en-US" smtClean="0"/>
              <a:t>4/3/2020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07C8B-7921-4031-ACB3-E56D2439F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165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DC64D-8F75-476F-AD4A-5F413B834DFF}" type="datetimeFigureOut">
              <a:rPr lang="en-US" smtClean="0"/>
              <a:t>4/3/2020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07C8B-7921-4031-ACB3-E56D2439F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502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DC64D-8F75-476F-AD4A-5F413B834DFF}" type="datetimeFigureOut">
              <a:rPr lang="en-US" smtClean="0"/>
              <a:t>4/3/2020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07C8B-7921-4031-ACB3-E56D2439F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979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DC64D-8F75-476F-AD4A-5F413B834DFF}" type="datetimeFigureOut">
              <a:rPr lang="en-US" smtClean="0"/>
              <a:t>4/3/2020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07C8B-7921-4031-ACB3-E56D2439F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236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DC64D-8F75-476F-AD4A-5F413B834DFF}" type="datetimeFigureOut">
              <a:rPr lang="en-US" smtClean="0"/>
              <a:t>4/3/2020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07C8B-7921-4031-ACB3-E56D2439F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5471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71307B-333B-4591-8BC7-DC50216CB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000" y="1324800"/>
            <a:ext cx="9648000" cy="2387600"/>
          </a:xfrm>
        </p:spPr>
        <p:txBody>
          <a:bodyPr anchor="t" anchorCtr="0"/>
          <a:lstStyle>
            <a:lvl1pPr algn="l">
              <a:defRPr sz="47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0477F3-851B-4CC7-8C61-61E6ABC6C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000" y="3712400"/>
            <a:ext cx="9648000" cy="1545400"/>
          </a:xfrm>
        </p:spPr>
        <p:txBody>
          <a:bodyPr/>
          <a:lstStyle>
            <a:lvl1pPr marL="0" indent="0" algn="l">
              <a:lnSpc>
                <a:spcPct val="105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nl-NL" dirty="0"/>
          </a:p>
        </p:txBody>
      </p:sp>
      <p:grpSp>
        <p:nvGrpSpPr>
          <p:cNvPr id="15" name="Groep 14">
            <a:extLst>
              <a:ext uri="{FF2B5EF4-FFF2-40B4-BE49-F238E27FC236}">
                <a16:creationId xmlns:a16="http://schemas.microsoft.com/office/drawing/2014/main" id="{50B04124-1E68-4203-A398-300DE8A9B0B3}"/>
              </a:ext>
            </a:extLst>
          </p:cNvPr>
          <p:cNvGrpSpPr/>
          <p:nvPr userDrawn="1"/>
        </p:nvGrpSpPr>
        <p:grpSpPr>
          <a:xfrm>
            <a:off x="-2172832" y="152630"/>
            <a:ext cx="2046443" cy="2135136"/>
            <a:chOff x="-2172832" y="1897500"/>
            <a:chExt cx="2046443" cy="2135136"/>
          </a:xfrm>
        </p:grpSpPr>
        <p:sp>
          <p:nvSpPr>
            <p:cNvPr id="16" name="Toelichting 2">
              <a:extLst>
                <a:ext uri="{FF2B5EF4-FFF2-40B4-BE49-F238E27FC236}">
                  <a16:creationId xmlns:a16="http://schemas.microsoft.com/office/drawing/2014/main" id="{EF5FCD81-6E8D-44ED-B3BB-3D7A2722A3CE}"/>
                </a:ext>
              </a:extLst>
            </p:cNvPr>
            <p:cNvSpPr txBox="1"/>
            <p:nvPr userDrawn="1"/>
          </p:nvSpPr>
          <p:spPr>
            <a:xfrm>
              <a:off x="-2172832" y="1897500"/>
              <a:ext cx="2046443" cy="18466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1200" cap="none" spc="0" normalizeH="0" baseline="0" noProof="1">
                  <a:ln>
                    <a:noFill/>
                  </a:ln>
                  <a:solidFill>
                    <a:srgbClr val="007FC3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Nieuwe dia</a:t>
              </a: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007FC3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0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Klik op de </a:t>
              </a:r>
              <a:r>
                <a:rPr kumimoji="0" lang="nl-NL" sz="1000" b="1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Start</a:t>
              </a:r>
              <a:r>
                <a:rPr kumimoji="0" lang="nl-NL" sz="1000" b="0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-tab </a:t>
              </a:r>
              <a:r>
                <a:rPr kumimoji="0" lang="nl-NL" sz="1000" b="0" i="0" u="sng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op het tekstje onder </a:t>
              </a:r>
              <a:r>
                <a:rPr kumimoji="0" lang="nl-NL" sz="1000" b="0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het pictogram </a:t>
              </a:r>
              <a:r>
                <a:rPr kumimoji="0" lang="nl-NL" sz="1000" b="1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Nieuwe dia</a:t>
              </a:r>
              <a:r>
                <a:rPr kumimoji="0" lang="nl-NL" sz="1000" b="0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1200" cap="none" spc="0" normalizeH="0" baseline="0" noProof="1">
                  <a:ln>
                    <a:noFill/>
                  </a:ln>
                  <a:solidFill>
                    <a:srgbClr val="007FC3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Andere indeling voor huidige dia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0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Klik op de </a:t>
              </a:r>
              <a:r>
                <a:rPr kumimoji="0" lang="nl-NL" sz="1000" b="1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Start</a:t>
              </a:r>
              <a:r>
                <a:rPr kumimoji="0" lang="nl-NL" sz="1000" b="0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-tab op Indeling:</a:t>
              </a:r>
            </a:p>
          </p:txBody>
        </p:sp>
        <p:pic>
          <p:nvPicPr>
            <p:cNvPr id="17" name="Afbeelding 16">
              <a:extLst>
                <a:ext uri="{FF2B5EF4-FFF2-40B4-BE49-F238E27FC236}">
                  <a16:creationId xmlns:a16="http://schemas.microsoft.com/office/drawing/2014/main" id="{EC14DE48-4F0E-43EC-B736-6BEEB06E65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1720819" y="2405204"/>
              <a:ext cx="514350" cy="762000"/>
            </a:xfrm>
            <a:prstGeom prst="rect">
              <a:avLst/>
            </a:prstGeom>
          </p:spPr>
        </p:pic>
        <p:sp>
          <p:nvSpPr>
            <p:cNvPr id="18" name="Pijl: links 17">
              <a:extLst>
                <a:ext uri="{FF2B5EF4-FFF2-40B4-BE49-F238E27FC236}">
                  <a16:creationId xmlns:a16="http://schemas.microsoft.com/office/drawing/2014/main" id="{BEFD3151-502C-4722-9080-A1720BC9EAF8}"/>
                </a:ext>
              </a:extLst>
            </p:cNvPr>
            <p:cNvSpPr/>
            <p:nvPr userDrawn="1"/>
          </p:nvSpPr>
          <p:spPr>
            <a:xfrm>
              <a:off x="-1249266" y="2906162"/>
              <a:ext cx="514350" cy="181070"/>
            </a:xfrm>
            <a:prstGeom prst="lef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800" b="0" i="0" u="none" strike="noStrike" kern="1200" cap="none" spc="0" normalizeH="0" baseline="0" noProof="0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19" name="Afbeelding 18">
              <a:extLst>
                <a:ext uri="{FF2B5EF4-FFF2-40B4-BE49-F238E27FC236}">
                  <a16:creationId xmlns:a16="http://schemas.microsoft.com/office/drawing/2014/main" id="{24130D00-8AA9-4DA1-8F00-36B2187743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-1730279" y="3784986"/>
              <a:ext cx="962025" cy="247650"/>
            </a:xfrm>
            <a:prstGeom prst="rect">
              <a:avLst/>
            </a:prstGeom>
          </p:spPr>
        </p:pic>
      </p:grpSp>
      <p:pic>
        <p:nvPicPr>
          <p:cNvPr id="22" name="Afbeelding 21" descr="Afbeelding met tekst, kruiswoordpuzzel&#10;&#10;Beschrijving is gegenereerd met hoge betrouwbaarheid">
            <a:extLst>
              <a:ext uri="{FF2B5EF4-FFF2-40B4-BE49-F238E27FC236}">
                <a16:creationId xmlns:a16="http://schemas.microsoft.com/office/drawing/2014/main" id="{B13FCDC4-A14A-484F-9DBF-06586F7A83D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0" y="891306"/>
            <a:ext cx="266699" cy="222250"/>
          </a:xfrm>
          <a:prstGeom prst="rect">
            <a:avLst/>
          </a:prstGeom>
        </p:spPr>
      </p:pic>
      <p:pic>
        <p:nvPicPr>
          <p:cNvPr id="24" name="Afbeelding 23">
            <a:extLst>
              <a:ext uri="{FF2B5EF4-FFF2-40B4-BE49-F238E27FC236}">
                <a16:creationId xmlns:a16="http://schemas.microsoft.com/office/drawing/2014/main" id="{74C25534-E1F7-408F-971A-A92512CE12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0" y="5862216"/>
            <a:ext cx="1558406" cy="476672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54B706E4-A4BE-477F-82CC-F72E42955CB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625362" y="4334037"/>
            <a:ext cx="2566638" cy="2523963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C837B75C-F199-4271-B6BD-AF8B451AE84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2020432" y="4534453"/>
            <a:ext cx="1827354" cy="1067068"/>
          </a:xfrm>
          <a:prstGeom prst="rect">
            <a:avLst/>
          </a:prstGeom>
        </p:spPr>
      </p:pic>
      <p:sp>
        <p:nvSpPr>
          <p:cNvPr id="14" name="Toelichting 2">
            <a:extLst>
              <a:ext uri="{FF2B5EF4-FFF2-40B4-BE49-F238E27FC236}">
                <a16:creationId xmlns:a16="http://schemas.microsoft.com/office/drawing/2014/main" id="{D5AA82F1-8152-40F5-9057-E87AE0364625}"/>
              </a:ext>
            </a:extLst>
          </p:cNvPr>
          <p:cNvSpPr txBox="1"/>
          <p:nvPr userDrawn="1"/>
        </p:nvSpPr>
        <p:spPr>
          <a:xfrm>
            <a:off x="-2172832" y="2500247"/>
            <a:ext cx="2141781" cy="43088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007FC3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Licht of donker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Deze template bevat twee ontwerpen: één met voornamelijk witte en één met voornamelijk donkergrijze achtergronden.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In de ruimte waar je presenteert kun je kiezen welke van de twee het prettigst is. Je kiest één van de twee ontwerpen als volgt: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Klik op tab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Ontwerpen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Uiterst links staan de twee ontwerpen van InfoSupport: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Klik op het gewenste ontwerp.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Alle dia’s in je presentatie worden omgezet naar dat ontwerp.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nl-NL" sz="1000" b="0" i="1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000" b="0" i="1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Let op: eventueel handmatig opgemaakte dia’s worden </a:t>
            </a:r>
            <a:r>
              <a:rPr kumimoji="0" lang="nl-NL" sz="1000" b="0" i="1" u="sng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niet</a:t>
            </a:r>
            <a:r>
              <a:rPr kumimoji="0" lang="nl-NL" sz="1000" b="0" i="1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omgezet.</a:t>
            </a:r>
          </a:p>
        </p:txBody>
      </p:sp>
    </p:spTree>
    <p:extLst>
      <p:ext uri="{BB962C8B-B14F-4D97-AF65-F5344CB8AC3E}">
        <p14:creationId xmlns:p14="http://schemas.microsoft.com/office/powerpoint/2010/main" val="15043301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met donkere f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jdelijke aanduiding voor afbeelding 21">
            <a:extLst>
              <a:ext uri="{FF2B5EF4-FFF2-40B4-BE49-F238E27FC236}">
                <a16:creationId xmlns:a16="http://schemas.microsoft.com/office/drawing/2014/main" id="{128520C4-8B76-4C22-9A16-F93551D3C16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66000 h 6858000"/>
              <a:gd name="connsiteX3" fmla="*/ 11400000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66000"/>
                </a:lnTo>
                <a:lnTo>
                  <a:pt x="11400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571307B-333B-4591-8BC7-DC50216CB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000" y="1324800"/>
            <a:ext cx="9648000" cy="1865600"/>
          </a:xfrm>
        </p:spPr>
        <p:txBody>
          <a:bodyPr anchor="t" anchorCtr="0"/>
          <a:lstStyle>
            <a:lvl1pPr algn="l">
              <a:defRPr sz="47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0477F3-851B-4CC7-8C61-61E6ABC6C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000" y="3712400"/>
            <a:ext cx="9648000" cy="1545400"/>
          </a:xfrm>
        </p:spPr>
        <p:txBody>
          <a:bodyPr/>
          <a:lstStyle>
            <a:lvl1pPr marL="0" indent="0" algn="l">
              <a:lnSpc>
                <a:spcPct val="105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nl-NL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0CD97FCA-990D-428D-B8B1-866C08E2C5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2000" y="892800"/>
            <a:ext cx="266400" cy="223200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00">
                <a:solidFill>
                  <a:schemeClr val="bg1"/>
                </a:solidFill>
              </a:defRPr>
            </a:lvl1pPr>
            <a:lvl2pPr>
              <a:defRPr sz="100">
                <a:solidFill>
                  <a:schemeClr val="bg1"/>
                </a:solidFill>
              </a:defRPr>
            </a:lvl2pPr>
            <a:lvl3pPr>
              <a:defRPr sz="100">
                <a:solidFill>
                  <a:schemeClr val="bg1"/>
                </a:solidFill>
              </a:defRPr>
            </a:lvl3pPr>
            <a:lvl4pPr>
              <a:defRPr sz="100">
                <a:solidFill>
                  <a:schemeClr val="bg1"/>
                </a:solidFill>
              </a:defRPr>
            </a:lvl4pPr>
            <a:lvl5pPr>
              <a:defRPr sz="1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ACDA0D89-AC29-4AF7-A2B0-B1C1CD4F14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2000" y="5860800"/>
            <a:ext cx="1558800" cy="4752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accent5"/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24" name="Toelichting 2">
            <a:extLst>
              <a:ext uri="{FF2B5EF4-FFF2-40B4-BE49-F238E27FC236}">
                <a16:creationId xmlns:a16="http://schemas.microsoft.com/office/drawing/2014/main" id="{A25424A8-6ADE-4C80-B106-497161FBD436}"/>
              </a:ext>
            </a:extLst>
          </p:cNvPr>
          <p:cNvSpPr txBox="1"/>
          <p:nvPr userDrawn="1"/>
        </p:nvSpPr>
        <p:spPr>
          <a:xfrm>
            <a:off x="12358572" y="3201792"/>
            <a:ext cx="2031009" cy="35548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Foto instellen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Het fotokader wordt altijd vanuit het midden van de gekozen foto gevuld.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05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Als je een ander gedeelte van de foto wilt zien, gebruik je de functie ‘bijsnijden’:</a:t>
            </a:r>
          </a:p>
          <a:p>
            <a:pPr marL="200699" marR="0" lvl="0" indent="-20069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Selecteer de foto op de dia; het kader wordt vierkant weergegeven</a:t>
            </a:r>
          </a:p>
          <a:p>
            <a:pPr marL="200699" marR="0" lvl="0" indent="-20069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 tab </a:t>
            </a: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Hulpmiddelen voor tekenen / Opmaak</a:t>
            </a: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: klik op </a:t>
            </a: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Bijsnijden</a:t>
            </a: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.</a:t>
            </a:r>
          </a:p>
          <a:p>
            <a:pPr marL="200699" marR="0" lvl="0" indent="-20069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Nu kun je de foto bewegen en daarmee het gewenste deel in beeld schuiven. Ook kun je de foto vergroten/verkleinen door met de greepjes in de hoeken te slepen.</a:t>
            </a:r>
          </a:p>
          <a:p>
            <a:pPr marL="200699" marR="0" lvl="0" indent="-20069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Klik naast het kader om de bijsnijden-functie te verlaten.</a:t>
            </a:r>
          </a:p>
        </p:txBody>
      </p:sp>
      <p:sp>
        <p:nvSpPr>
          <p:cNvPr id="25" name="Toelichting 2">
            <a:extLst>
              <a:ext uri="{FF2B5EF4-FFF2-40B4-BE49-F238E27FC236}">
                <a16:creationId xmlns:a16="http://schemas.microsoft.com/office/drawing/2014/main" id="{BA9CD39E-B253-4330-9459-D93654698BBF}"/>
              </a:ext>
            </a:extLst>
          </p:cNvPr>
          <p:cNvSpPr txBox="1"/>
          <p:nvPr userDrawn="1"/>
        </p:nvSpPr>
        <p:spPr>
          <a:xfrm>
            <a:off x="12358572" y="0"/>
            <a:ext cx="2031009" cy="30700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Dia herstellen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Als de elementen niet (meer) op de juiste manier (over elkaar) liggen kun je de dia-indeling herstellen:</a:t>
            </a:r>
          </a:p>
          <a:p>
            <a:pPr marL="200699" marR="0" lvl="0" indent="-20069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 tab </a:t>
            </a: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Start</a:t>
            </a: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:</a:t>
            </a: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</a:t>
            </a: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klik op </a:t>
            </a: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Opnieuw instellen</a:t>
            </a: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nl-NL" sz="105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Helaas moet je hierna eventuele ‘bijsnijdingen’ opnieuw instellen.</a:t>
            </a:r>
          </a:p>
          <a:p>
            <a:pPr marL="0" marR="0" lvl="0" indent="0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Je kunt dit voorkomen door de bijsnijdingen eerst te verwijderen: </a:t>
            </a:r>
          </a:p>
          <a:p>
            <a:pPr marL="200699" marR="0" lvl="0" indent="-200699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Selecteer de foto. </a:t>
            </a:r>
          </a:p>
          <a:p>
            <a:pPr marL="200699" marR="0" lvl="0" indent="-200699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 tab </a:t>
            </a: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Hulpmiddelen voor tekenen / Opmaak</a:t>
            </a: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: klik op </a:t>
            </a: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Afbeeldingen comprimeren</a:t>
            </a: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en selecteer </a:t>
            </a: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Bijgesneden gebieden van afbeeldingen verwijderen</a:t>
            </a: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28" name="Groep 27">
            <a:extLst>
              <a:ext uri="{FF2B5EF4-FFF2-40B4-BE49-F238E27FC236}">
                <a16:creationId xmlns:a16="http://schemas.microsoft.com/office/drawing/2014/main" id="{32BD0861-2791-419F-BCA1-D4601FCA4B85}"/>
              </a:ext>
            </a:extLst>
          </p:cNvPr>
          <p:cNvGrpSpPr/>
          <p:nvPr userDrawn="1"/>
        </p:nvGrpSpPr>
        <p:grpSpPr>
          <a:xfrm>
            <a:off x="-2172832" y="152630"/>
            <a:ext cx="2046443" cy="2135136"/>
            <a:chOff x="-2172832" y="1897500"/>
            <a:chExt cx="2046443" cy="2135136"/>
          </a:xfrm>
        </p:grpSpPr>
        <p:sp>
          <p:nvSpPr>
            <p:cNvPr id="29" name="Toelichting 2">
              <a:extLst>
                <a:ext uri="{FF2B5EF4-FFF2-40B4-BE49-F238E27FC236}">
                  <a16:creationId xmlns:a16="http://schemas.microsoft.com/office/drawing/2014/main" id="{BE99F4A9-BFCA-4F5F-952E-85C3599F3E71}"/>
                </a:ext>
              </a:extLst>
            </p:cNvPr>
            <p:cNvSpPr txBox="1"/>
            <p:nvPr userDrawn="1"/>
          </p:nvSpPr>
          <p:spPr>
            <a:xfrm>
              <a:off x="-2172832" y="1897500"/>
              <a:ext cx="2046443" cy="18466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1200" cap="none" spc="0" normalizeH="0" baseline="0" noProof="1">
                  <a:ln>
                    <a:noFill/>
                  </a:ln>
                  <a:solidFill>
                    <a:srgbClr val="007FC3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Nieuwe dia</a:t>
              </a: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007FC3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0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Klik op de </a:t>
              </a:r>
              <a:r>
                <a:rPr kumimoji="0" lang="nl-NL" sz="1000" b="1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Start</a:t>
              </a:r>
              <a:r>
                <a:rPr kumimoji="0" lang="nl-NL" sz="1000" b="0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-tab </a:t>
              </a:r>
              <a:r>
                <a:rPr kumimoji="0" lang="nl-NL" sz="1000" b="0" i="0" u="sng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op het tekstje onder </a:t>
              </a:r>
              <a:r>
                <a:rPr kumimoji="0" lang="nl-NL" sz="1000" b="0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het pictogram </a:t>
              </a:r>
              <a:r>
                <a:rPr kumimoji="0" lang="nl-NL" sz="1000" b="1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Nieuwe dia</a:t>
              </a:r>
              <a:r>
                <a:rPr kumimoji="0" lang="nl-NL" sz="1000" b="0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1200" cap="none" spc="0" normalizeH="0" baseline="0" noProof="1">
                  <a:ln>
                    <a:noFill/>
                  </a:ln>
                  <a:solidFill>
                    <a:srgbClr val="007FC3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Andere indeling voor huidige dia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0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Klik op de </a:t>
              </a:r>
              <a:r>
                <a:rPr kumimoji="0" lang="nl-NL" sz="1000" b="1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Start</a:t>
              </a:r>
              <a:r>
                <a:rPr kumimoji="0" lang="nl-NL" sz="1000" b="0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-tab op Indeling:</a:t>
              </a:r>
            </a:p>
          </p:txBody>
        </p:sp>
        <p:pic>
          <p:nvPicPr>
            <p:cNvPr id="30" name="Afbeelding 29">
              <a:extLst>
                <a:ext uri="{FF2B5EF4-FFF2-40B4-BE49-F238E27FC236}">
                  <a16:creationId xmlns:a16="http://schemas.microsoft.com/office/drawing/2014/main" id="{35CD95FF-2E0D-4FC8-85CB-BFD94B756AA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-1720819" y="2405204"/>
              <a:ext cx="514350" cy="762000"/>
            </a:xfrm>
            <a:prstGeom prst="rect">
              <a:avLst/>
            </a:prstGeom>
          </p:spPr>
        </p:pic>
        <p:sp>
          <p:nvSpPr>
            <p:cNvPr id="31" name="Pijl: links 30">
              <a:extLst>
                <a:ext uri="{FF2B5EF4-FFF2-40B4-BE49-F238E27FC236}">
                  <a16:creationId xmlns:a16="http://schemas.microsoft.com/office/drawing/2014/main" id="{0D306B90-0F35-4FFC-BE52-3FA8EBEDD2C4}"/>
                </a:ext>
              </a:extLst>
            </p:cNvPr>
            <p:cNvSpPr/>
            <p:nvPr userDrawn="1"/>
          </p:nvSpPr>
          <p:spPr>
            <a:xfrm>
              <a:off x="-1249266" y="2906162"/>
              <a:ext cx="514350" cy="181070"/>
            </a:xfrm>
            <a:prstGeom prst="lef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800" b="0" i="0" u="none" strike="noStrike" kern="1200" cap="none" spc="0" normalizeH="0" baseline="0" noProof="0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32" name="Afbeelding 31">
              <a:extLst>
                <a:ext uri="{FF2B5EF4-FFF2-40B4-BE49-F238E27FC236}">
                  <a16:creationId xmlns:a16="http://schemas.microsoft.com/office/drawing/2014/main" id="{9849B456-C437-4DDB-9989-358F6DADBB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-1730279" y="3784986"/>
              <a:ext cx="962025" cy="247650"/>
            </a:xfrm>
            <a:prstGeom prst="rect">
              <a:avLst/>
            </a:prstGeom>
          </p:spPr>
        </p:pic>
      </p:grpSp>
      <p:sp>
        <p:nvSpPr>
          <p:cNvPr id="33" name="Toelichting 2">
            <a:extLst>
              <a:ext uri="{FF2B5EF4-FFF2-40B4-BE49-F238E27FC236}">
                <a16:creationId xmlns:a16="http://schemas.microsoft.com/office/drawing/2014/main" id="{82C270EB-D26F-4560-ABAD-921524997EAB}"/>
              </a:ext>
            </a:extLst>
          </p:cNvPr>
          <p:cNvSpPr txBox="1"/>
          <p:nvPr userDrawn="1"/>
        </p:nvSpPr>
        <p:spPr>
          <a:xfrm>
            <a:off x="-2172832" y="2500247"/>
            <a:ext cx="2141781" cy="43088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007FC3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Licht of donker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Deze template bevat twee ontwerpen: één met voornamelijk witte en één met voornamelijk donkergrijze achtergronden.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In de ruimte waar je presenteert kun je kiezen welke van de twee het prettigst is. Je kiest één van de twee ontwerpen als volgt: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Klik op tab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Ontwerpen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Uiterst links staan de twee ontwerpen van InfoSupport: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Klik op het gewenste ontwerp.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Alle dia’s in je presentatie worden omgezet naar dat ontwerp.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nl-NL" sz="1000" b="0" i="1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000" b="0" i="1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Let op: eventueel handmatig opgemaakte dia’s worden </a:t>
            </a:r>
            <a:r>
              <a:rPr kumimoji="0" lang="nl-NL" sz="1000" b="0" i="1" u="sng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niet</a:t>
            </a:r>
            <a:r>
              <a:rPr kumimoji="0" lang="nl-NL" sz="1000" b="0" i="1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omgezet.</a:t>
            </a:r>
          </a:p>
        </p:txBody>
      </p:sp>
      <p:pic>
        <p:nvPicPr>
          <p:cNvPr id="34" name="Afbeelding 33">
            <a:extLst>
              <a:ext uri="{FF2B5EF4-FFF2-40B4-BE49-F238E27FC236}">
                <a16:creationId xmlns:a16="http://schemas.microsoft.com/office/drawing/2014/main" id="{7D803087-9477-4001-A5DD-CB2A244025A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2020432" y="4534453"/>
            <a:ext cx="1827354" cy="106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1056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met lichte f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jdelijke aanduiding voor afbeelding 21">
            <a:extLst>
              <a:ext uri="{FF2B5EF4-FFF2-40B4-BE49-F238E27FC236}">
                <a16:creationId xmlns:a16="http://schemas.microsoft.com/office/drawing/2014/main" id="{128520C4-8B76-4C22-9A16-F93551D3C16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66000 h 6858000"/>
              <a:gd name="connsiteX3" fmla="*/ 11400000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66000"/>
                </a:lnTo>
                <a:lnTo>
                  <a:pt x="11400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>
            <a:noAutofit/>
          </a:bodyPr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571307B-333B-4591-8BC7-DC50216CB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000" y="1324800"/>
            <a:ext cx="9648000" cy="1865600"/>
          </a:xfrm>
        </p:spPr>
        <p:txBody>
          <a:bodyPr anchor="t" anchorCtr="0"/>
          <a:lstStyle>
            <a:lvl1pPr algn="l">
              <a:defRPr sz="47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0477F3-851B-4CC7-8C61-61E6ABC6C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000" y="3712400"/>
            <a:ext cx="9648000" cy="1545400"/>
          </a:xfrm>
        </p:spPr>
        <p:txBody>
          <a:bodyPr/>
          <a:lstStyle>
            <a:lvl1pPr marL="0" indent="0" algn="l">
              <a:lnSpc>
                <a:spcPct val="105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nl-NL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0CD97FCA-990D-428D-B8B1-866C08E2C5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2000" y="896400"/>
            <a:ext cx="270000" cy="223200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00">
                <a:solidFill>
                  <a:schemeClr val="bg1"/>
                </a:solidFill>
              </a:defRPr>
            </a:lvl1pPr>
            <a:lvl2pPr>
              <a:defRPr sz="100">
                <a:solidFill>
                  <a:schemeClr val="bg1"/>
                </a:solidFill>
              </a:defRPr>
            </a:lvl2pPr>
            <a:lvl3pPr>
              <a:defRPr sz="100">
                <a:solidFill>
                  <a:schemeClr val="bg1"/>
                </a:solidFill>
              </a:defRPr>
            </a:lvl3pPr>
            <a:lvl4pPr>
              <a:defRPr sz="100">
                <a:solidFill>
                  <a:schemeClr val="bg1"/>
                </a:solidFill>
              </a:defRPr>
            </a:lvl4pPr>
            <a:lvl5pPr>
              <a:defRPr sz="1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ACDA0D89-AC29-4AF7-A2B0-B1C1CD4F14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2000" y="5864400"/>
            <a:ext cx="1548000" cy="4716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accent5"/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20" name="Toelichting 2">
            <a:extLst>
              <a:ext uri="{FF2B5EF4-FFF2-40B4-BE49-F238E27FC236}">
                <a16:creationId xmlns:a16="http://schemas.microsoft.com/office/drawing/2014/main" id="{58888936-6C5E-417F-BEF5-E2EF5FB87309}"/>
              </a:ext>
            </a:extLst>
          </p:cNvPr>
          <p:cNvSpPr txBox="1"/>
          <p:nvPr userDrawn="1"/>
        </p:nvSpPr>
        <p:spPr>
          <a:xfrm>
            <a:off x="12358572" y="3201792"/>
            <a:ext cx="2031009" cy="35548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Foto instellen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Het fotokader wordt altijd vanuit het midden van de gekozen foto gevuld.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05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Als je een ander gedeelte van de foto wilt zien, gebruik je de functie ‘bijsnijden’:</a:t>
            </a:r>
          </a:p>
          <a:p>
            <a:pPr marL="200699" marR="0" lvl="0" indent="-20069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Selecteer de foto op de dia; het kader wordt vierkant weergegeven</a:t>
            </a:r>
          </a:p>
          <a:p>
            <a:pPr marL="200699" marR="0" lvl="0" indent="-20069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 tab </a:t>
            </a: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Hulpmiddelen voor tekenen / Opmaak</a:t>
            </a: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: klik op </a:t>
            </a: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Bijsnijden</a:t>
            </a: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.</a:t>
            </a:r>
          </a:p>
          <a:p>
            <a:pPr marL="200699" marR="0" lvl="0" indent="-20069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Nu kun je de foto bewegen en daarmee het gewenste deel in beeld schuiven. Ook kun je de foto vergroten/verkleinen door met de greepjes in de hoeken te slepen.</a:t>
            </a:r>
          </a:p>
          <a:p>
            <a:pPr marL="200699" marR="0" lvl="0" indent="-20069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Klik naast het kader om de bijsnijden-functie te verlaten.</a:t>
            </a:r>
          </a:p>
        </p:txBody>
      </p:sp>
      <p:sp>
        <p:nvSpPr>
          <p:cNvPr id="21" name="Toelichting 2">
            <a:extLst>
              <a:ext uri="{FF2B5EF4-FFF2-40B4-BE49-F238E27FC236}">
                <a16:creationId xmlns:a16="http://schemas.microsoft.com/office/drawing/2014/main" id="{0F8C9FE2-BA24-4C8F-A357-4D9EF1B0D229}"/>
              </a:ext>
            </a:extLst>
          </p:cNvPr>
          <p:cNvSpPr txBox="1"/>
          <p:nvPr userDrawn="1"/>
        </p:nvSpPr>
        <p:spPr>
          <a:xfrm>
            <a:off x="12358572" y="0"/>
            <a:ext cx="2031009" cy="30700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Dia herstellen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Als de elementen niet (meer) op de juiste manier (over elkaar) liggen kun je de dia-indeling herstellen:</a:t>
            </a:r>
          </a:p>
          <a:p>
            <a:pPr marL="200699" marR="0" lvl="0" indent="-20069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 tab </a:t>
            </a: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Start</a:t>
            </a: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:</a:t>
            </a: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</a:t>
            </a: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klik op </a:t>
            </a: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Opnieuw instellen</a:t>
            </a: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nl-NL" sz="105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Helaas moet je hierna eventuele ‘bijsnijdingen’ opnieuw instellen.</a:t>
            </a:r>
          </a:p>
          <a:p>
            <a:pPr marL="0" marR="0" lvl="0" indent="0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Je kunt dit voorkomen door de bijsnijdingen eerst te verwijderen: </a:t>
            </a:r>
          </a:p>
          <a:p>
            <a:pPr marL="200699" marR="0" lvl="0" indent="-200699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Selecteer de foto. </a:t>
            </a:r>
          </a:p>
          <a:p>
            <a:pPr marL="200699" marR="0" lvl="0" indent="-200699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 tab </a:t>
            </a: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Hulpmiddelen voor tekenen / Opmaak</a:t>
            </a: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: klik op </a:t>
            </a: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Afbeeldingen comprimeren</a:t>
            </a: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en selecteer </a:t>
            </a: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Bijgesneden gebieden van afbeeldingen verwijderen</a:t>
            </a: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28" name="Groep 27">
            <a:extLst>
              <a:ext uri="{FF2B5EF4-FFF2-40B4-BE49-F238E27FC236}">
                <a16:creationId xmlns:a16="http://schemas.microsoft.com/office/drawing/2014/main" id="{BE146738-8187-4BD2-A109-7553796348B6}"/>
              </a:ext>
            </a:extLst>
          </p:cNvPr>
          <p:cNvGrpSpPr/>
          <p:nvPr userDrawn="1"/>
        </p:nvGrpSpPr>
        <p:grpSpPr>
          <a:xfrm>
            <a:off x="-2172832" y="152630"/>
            <a:ext cx="2046443" cy="2135136"/>
            <a:chOff x="-2172832" y="1897500"/>
            <a:chExt cx="2046443" cy="2135136"/>
          </a:xfrm>
        </p:grpSpPr>
        <p:sp>
          <p:nvSpPr>
            <p:cNvPr id="29" name="Toelichting 2">
              <a:extLst>
                <a:ext uri="{FF2B5EF4-FFF2-40B4-BE49-F238E27FC236}">
                  <a16:creationId xmlns:a16="http://schemas.microsoft.com/office/drawing/2014/main" id="{2DBC996F-99C8-4D5B-AEDD-8F14050228D9}"/>
                </a:ext>
              </a:extLst>
            </p:cNvPr>
            <p:cNvSpPr txBox="1"/>
            <p:nvPr userDrawn="1"/>
          </p:nvSpPr>
          <p:spPr>
            <a:xfrm>
              <a:off x="-2172832" y="1897500"/>
              <a:ext cx="2046443" cy="18466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1200" cap="none" spc="0" normalizeH="0" baseline="0" noProof="1">
                  <a:ln>
                    <a:noFill/>
                  </a:ln>
                  <a:solidFill>
                    <a:srgbClr val="007FC3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Nieuwe dia</a:t>
              </a: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007FC3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0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Klik op de </a:t>
              </a:r>
              <a:r>
                <a:rPr kumimoji="0" lang="nl-NL" sz="1000" b="1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Start</a:t>
              </a:r>
              <a:r>
                <a:rPr kumimoji="0" lang="nl-NL" sz="1000" b="0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-tab </a:t>
              </a:r>
              <a:r>
                <a:rPr kumimoji="0" lang="nl-NL" sz="1000" b="0" i="0" u="sng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op het tekstje onder </a:t>
              </a:r>
              <a:r>
                <a:rPr kumimoji="0" lang="nl-NL" sz="1000" b="0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het pictogram </a:t>
              </a:r>
              <a:r>
                <a:rPr kumimoji="0" lang="nl-NL" sz="1000" b="1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Nieuwe dia</a:t>
              </a:r>
              <a:r>
                <a:rPr kumimoji="0" lang="nl-NL" sz="1000" b="0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1200" cap="none" spc="0" normalizeH="0" baseline="0" noProof="1">
                  <a:ln>
                    <a:noFill/>
                  </a:ln>
                  <a:solidFill>
                    <a:srgbClr val="007FC3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Andere indeling voor huidige dia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0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Klik op de </a:t>
              </a:r>
              <a:r>
                <a:rPr kumimoji="0" lang="nl-NL" sz="1000" b="1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Start</a:t>
              </a:r>
              <a:r>
                <a:rPr kumimoji="0" lang="nl-NL" sz="1000" b="0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-tab op Indeling:</a:t>
              </a:r>
            </a:p>
          </p:txBody>
        </p:sp>
        <p:pic>
          <p:nvPicPr>
            <p:cNvPr id="30" name="Afbeelding 29">
              <a:extLst>
                <a:ext uri="{FF2B5EF4-FFF2-40B4-BE49-F238E27FC236}">
                  <a16:creationId xmlns:a16="http://schemas.microsoft.com/office/drawing/2014/main" id="{1939F5F1-5D4F-4461-9A94-52EF82EE60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-1720819" y="2405204"/>
              <a:ext cx="514350" cy="762000"/>
            </a:xfrm>
            <a:prstGeom prst="rect">
              <a:avLst/>
            </a:prstGeom>
          </p:spPr>
        </p:pic>
        <p:sp>
          <p:nvSpPr>
            <p:cNvPr id="31" name="Pijl: links 30">
              <a:extLst>
                <a:ext uri="{FF2B5EF4-FFF2-40B4-BE49-F238E27FC236}">
                  <a16:creationId xmlns:a16="http://schemas.microsoft.com/office/drawing/2014/main" id="{57ECED57-F7F9-4D97-A1AA-0E4CB7F905C8}"/>
                </a:ext>
              </a:extLst>
            </p:cNvPr>
            <p:cNvSpPr/>
            <p:nvPr userDrawn="1"/>
          </p:nvSpPr>
          <p:spPr>
            <a:xfrm>
              <a:off x="-1249266" y="2906162"/>
              <a:ext cx="514350" cy="181070"/>
            </a:xfrm>
            <a:prstGeom prst="lef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800" b="0" i="0" u="none" strike="noStrike" kern="1200" cap="none" spc="0" normalizeH="0" baseline="0" noProof="0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32" name="Afbeelding 31">
              <a:extLst>
                <a:ext uri="{FF2B5EF4-FFF2-40B4-BE49-F238E27FC236}">
                  <a16:creationId xmlns:a16="http://schemas.microsoft.com/office/drawing/2014/main" id="{FB007FD4-75A6-4597-BC31-9C0ABA112C0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-1730279" y="3784986"/>
              <a:ext cx="962025" cy="247650"/>
            </a:xfrm>
            <a:prstGeom prst="rect">
              <a:avLst/>
            </a:prstGeom>
          </p:spPr>
        </p:pic>
      </p:grpSp>
      <p:sp>
        <p:nvSpPr>
          <p:cNvPr id="33" name="Toelichting 2">
            <a:extLst>
              <a:ext uri="{FF2B5EF4-FFF2-40B4-BE49-F238E27FC236}">
                <a16:creationId xmlns:a16="http://schemas.microsoft.com/office/drawing/2014/main" id="{4AC97971-A551-4EFE-A7DF-0E5E3603CC1D}"/>
              </a:ext>
            </a:extLst>
          </p:cNvPr>
          <p:cNvSpPr txBox="1"/>
          <p:nvPr userDrawn="1"/>
        </p:nvSpPr>
        <p:spPr>
          <a:xfrm>
            <a:off x="-2172832" y="2500247"/>
            <a:ext cx="2141781" cy="43088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007FC3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Licht of donker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Deze template bevat twee ontwerpen: één met voornamelijk witte en één met voornamelijk donkergrijze achtergronden.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In de ruimte waar je presenteert kun je kiezen welke van de twee het prettigst is. Je kiest één van de twee ontwerpen als volgt: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Klik op tab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Ontwerpen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Uiterst links staan de twee ontwerpen van InfoSupport: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Klik op het gewenste ontwerp.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Alle dia’s in je presentatie worden omgezet naar dat ontwerp.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nl-NL" sz="1000" b="0" i="1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000" b="0" i="1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Let op: eventueel handmatig opgemaakte dia’s worden </a:t>
            </a:r>
            <a:r>
              <a:rPr kumimoji="0" lang="nl-NL" sz="1000" b="0" i="1" u="sng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niet</a:t>
            </a:r>
            <a:r>
              <a:rPr kumimoji="0" lang="nl-NL" sz="1000" b="0" i="1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omgezet.</a:t>
            </a:r>
          </a:p>
        </p:txBody>
      </p:sp>
      <p:pic>
        <p:nvPicPr>
          <p:cNvPr id="34" name="Afbeelding 33">
            <a:extLst>
              <a:ext uri="{FF2B5EF4-FFF2-40B4-BE49-F238E27FC236}">
                <a16:creationId xmlns:a16="http://schemas.microsoft.com/office/drawing/2014/main" id="{59CBA8FD-0EFF-4BD9-A350-B4A42F50984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2020432" y="4534453"/>
            <a:ext cx="1827354" cy="106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1291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A4D82EB-A068-41A9-80F3-33E950159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 dirty="0"/>
          </a:p>
        </p:txBody>
      </p:sp>
      <p:sp>
        <p:nvSpPr>
          <p:cNvPr id="7" name="Toelichting 2">
            <a:extLst>
              <a:ext uri="{FF2B5EF4-FFF2-40B4-BE49-F238E27FC236}">
                <a16:creationId xmlns:a16="http://schemas.microsoft.com/office/drawing/2014/main" id="{C02237BE-ACED-416B-B03B-35F33FCB7DCE}"/>
              </a:ext>
            </a:extLst>
          </p:cNvPr>
          <p:cNvSpPr txBox="1"/>
          <p:nvPr userDrawn="1"/>
        </p:nvSpPr>
        <p:spPr>
          <a:xfrm>
            <a:off x="-2105892" y="1897500"/>
            <a:ext cx="1979503" cy="4154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007FC3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Tekst opmaken</a:t>
            </a: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007FC3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In tekstkaders zijn negen opmaakstijlen ingesteld: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bullet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streepje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pijltje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open blokje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open bullet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‘tilde’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Platte tekst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Tussenkopje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nummers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Je kiest een stijl door </a:t>
            </a:r>
            <a:r>
              <a:rPr kumimoji="0" lang="nl-NL" sz="1000" b="0" i="1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aan het begin van een regel 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of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 drukken:</a:t>
            </a:r>
          </a:p>
          <a:p>
            <a:pPr marL="176213" marR="0" lvl="0" indent="-176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Met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kies je de </a:t>
            </a:r>
            <a:r>
              <a:rPr kumimoji="0" lang="nl-NL" sz="1000" b="0" i="0" u="sng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volgende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tekststijl.</a:t>
            </a:r>
          </a:p>
          <a:p>
            <a:pPr marL="176213" marR="0" lvl="0" indent="-176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Met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kies je de </a:t>
            </a:r>
            <a:r>
              <a:rPr kumimoji="0" lang="nl-NL" sz="1000" b="0" i="0" u="sng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vorige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tekststijl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of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[Shift]+[Tab].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635C0F4-5237-4F1A-B811-55FEE9224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479210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teks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oelichting 2">
            <a:extLst>
              <a:ext uri="{FF2B5EF4-FFF2-40B4-BE49-F238E27FC236}">
                <a16:creationId xmlns:a16="http://schemas.microsoft.com/office/drawing/2014/main" id="{C02237BE-ACED-416B-B03B-35F33FCB7DCE}"/>
              </a:ext>
            </a:extLst>
          </p:cNvPr>
          <p:cNvSpPr txBox="1"/>
          <p:nvPr userDrawn="1"/>
        </p:nvSpPr>
        <p:spPr>
          <a:xfrm>
            <a:off x="-2105892" y="1897500"/>
            <a:ext cx="1979503" cy="4154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007FC3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Tekst opmaken</a:t>
            </a: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007FC3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In tekstkaders zijn negen opmaakstijlen ingesteld: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bullet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streepje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pijltje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open blokje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open bullet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‘tilde’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Platte tekst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Tussenkopje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nummers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Je kiest een stijl door </a:t>
            </a:r>
            <a:r>
              <a:rPr kumimoji="0" lang="nl-NL" sz="1000" b="0" i="1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aan het begin van een regel 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of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 drukken:</a:t>
            </a:r>
          </a:p>
          <a:p>
            <a:pPr marL="176213" marR="0" lvl="0" indent="-176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Met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kies je de </a:t>
            </a:r>
            <a:r>
              <a:rPr kumimoji="0" lang="nl-NL" sz="1000" b="0" i="0" u="sng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volgende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tekststijl.</a:t>
            </a:r>
          </a:p>
          <a:p>
            <a:pPr marL="176213" marR="0" lvl="0" indent="-176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Met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kies je de </a:t>
            </a:r>
            <a:r>
              <a:rPr kumimoji="0" lang="nl-NL" sz="1000" b="0" i="0" u="sng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vorige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tekststijl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of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[Shift]+[Tab].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635C0F4-5237-4F1A-B811-55FEE9224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4C97EC5-E070-465A-AFF6-979AE75863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96000" y="2016000"/>
            <a:ext cx="9864000" cy="41400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8" name="Rechthoekige driehoek 7">
            <a:extLst>
              <a:ext uri="{FF2B5EF4-FFF2-40B4-BE49-F238E27FC236}">
                <a16:creationId xmlns:a16="http://schemas.microsoft.com/office/drawing/2014/main" id="{FC531A8F-4551-47F9-9AFA-3A736CB2DFE5}"/>
              </a:ext>
            </a:extLst>
          </p:cNvPr>
          <p:cNvSpPr/>
          <p:nvPr userDrawn="1"/>
        </p:nvSpPr>
        <p:spPr>
          <a:xfrm rot="5400000">
            <a:off x="11400000" y="0"/>
            <a:ext cx="792000" cy="792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F9A8806D-DC6A-4097-B437-37410FFC11B7}"/>
              </a:ext>
            </a:extLst>
          </p:cNvPr>
          <p:cNvSpPr/>
          <p:nvPr userDrawn="1"/>
        </p:nvSpPr>
        <p:spPr>
          <a:xfrm>
            <a:off x="11400000" y="606600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46396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tek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oelichting 2">
            <a:extLst>
              <a:ext uri="{FF2B5EF4-FFF2-40B4-BE49-F238E27FC236}">
                <a16:creationId xmlns:a16="http://schemas.microsoft.com/office/drawing/2014/main" id="{C02237BE-ACED-416B-B03B-35F33FCB7DCE}"/>
              </a:ext>
            </a:extLst>
          </p:cNvPr>
          <p:cNvSpPr txBox="1"/>
          <p:nvPr userDrawn="1"/>
        </p:nvSpPr>
        <p:spPr>
          <a:xfrm>
            <a:off x="-2105892" y="1897500"/>
            <a:ext cx="1979503" cy="4154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007FC3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Tekst opmaken</a:t>
            </a: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007FC3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In tekstkaders zijn negen opmaakstijlen ingesteld: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bullet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streepje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pijltje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open blokje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open bullet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‘tilde’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Platte tekst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Tussenkopje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nummers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Je kiest een stijl door </a:t>
            </a:r>
            <a:r>
              <a:rPr kumimoji="0" lang="nl-NL" sz="1000" b="0" i="1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aan het begin van een regel 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of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 drukken:</a:t>
            </a:r>
          </a:p>
          <a:p>
            <a:pPr marL="176213" marR="0" lvl="0" indent="-176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Met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kies je de </a:t>
            </a:r>
            <a:r>
              <a:rPr kumimoji="0" lang="nl-NL" sz="1000" b="0" i="0" u="sng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volgende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tekststijl.</a:t>
            </a:r>
          </a:p>
          <a:p>
            <a:pPr marL="176213" marR="0" lvl="0" indent="-176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Met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kies je de </a:t>
            </a:r>
            <a:r>
              <a:rPr kumimoji="0" lang="nl-NL" sz="1000" b="0" i="0" u="sng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vorige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tekststijl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of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[Shift]+[Tab].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635C0F4-5237-4F1A-B811-55FEE9224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4C97EC5-E070-465A-AFF6-979AE75863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96000" y="2016000"/>
            <a:ext cx="9864000" cy="41400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F9A8806D-DC6A-4097-B437-37410FFC11B7}"/>
              </a:ext>
            </a:extLst>
          </p:cNvPr>
          <p:cNvSpPr/>
          <p:nvPr userDrawn="1"/>
        </p:nvSpPr>
        <p:spPr>
          <a:xfrm>
            <a:off x="11400000" y="606600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Rechthoekige driehoek 8">
            <a:extLst>
              <a:ext uri="{FF2B5EF4-FFF2-40B4-BE49-F238E27FC236}">
                <a16:creationId xmlns:a16="http://schemas.microsoft.com/office/drawing/2014/main" id="{78D48DBC-5B26-413F-A3E8-6F3FE44EA963}"/>
              </a:ext>
            </a:extLst>
          </p:cNvPr>
          <p:cNvSpPr/>
          <p:nvPr userDrawn="1"/>
        </p:nvSpPr>
        <p:spPr>
          <a:xfrm rot="16200000">
            <a:off x="0" y="6066000"/>
            <a:ext cx="792000" cy="792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AB1DF3A1-5262-49FE-9270-4B82F9B651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5766" t="7174" b="9213"/>
          <a:stretch/>
        </p:blipFill>
        <p:spPr>
          <a:xfrm>
            <a:off x="11400000" y="719999"/>
            <a:ext cx="792000" cy="229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1320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4ED5F24-06BD-462B-BA0F-255F2F8111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6000" y="2016000"/>
            <a:ext cx="4752000" cy="41400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D9AC1BE-8B1E-470A-A65A-4D969FAD10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8000" y="2016000"/>
            <a:ext cx="4752000" cy="41400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55B43CF-2B78-4B0E-B67D-E748CB02A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6" name="Toelichting 2">
            <a:extLst>
              <a:ext uri="{FF2B5EF4-FFF2-40B4-BE49-F238E27FC236}">
                <a16:creationId xmlns:a16="http://schemas.microsoft.com/office/drawing/2014/main" id="{9ECE23F0-8627-4716-9A95-9334C2FD8F75}"/>
              </a:ext>
            </a:extLst>
          </p:cNvPr>
          <p:cNvSpPr txBox="1"/>
          <p:nvPr userDrawn="1"/>
        </p:nvSpPr>
        <p:spPr>
          <a:xfrm>
            <a:off x="-2105892" y="1897500"/>
            <a:ext cx="1979503" cy="4154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007FC3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Tekst opmaken</a:t>
            </a: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007FC3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In tekstkaders zijn negen opmaakstijlen ingesteld: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bullet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streepje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pijltje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open blokje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open bullet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‘tilde’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Platte tekst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Tussenkopje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nummers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Je kiest een stijl door </a:t>
            </a:r>
            <a:r>
              <a:rPr kumimoji="0" lang="nl-NL" sz="1000" b="0" i="1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aan het begin van een regel 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of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 drukken:</a:t>
            </a:r>
          </a:p>
          <a:p>
            <a:pPr marL="176213" marR="0" lvl="0" indent="-176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Met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kies je de </a:t>
            </a:r>
            <a:r>
              <a:rPr kumimoji="0" lang="nl-NL" sz="1000" b="0" i="0" u="sng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volgende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tekststijl.</a:t>
            </a:r>
          </a:p>
          <a:p>
            <a:pPr marL="176213" marR="0" lvl="0" indent="-176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Met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kies je de </a:t>
            </a:r>
            <a:r>
              <a:rPr kumimoji="0" lang="nl-NL" sz="1000" b="0" i="0" u="sng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vorige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tekststijl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of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[Shift]+[Tab].</a:t>
            </a:r>
          </a:p>
        </p:txBody>
      </p:sp>
    </p:spTree>
    <p:extLst>
      <p:ext uri="{BB962C8B-B14F-4D97-AF65-F5344CB8AC3E}">
        <p14:creationId xmlns:p14="http://schemas.microsoft.com/office/powerpoint/2010/main" val="27896124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an twee met ond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390A494-4717-4029-B60D-381CEB1DF1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95999" y="2016000"/>
            <a:ext cx="9864000" cy="59055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nl-NL" dirty="0"/>
              <a:t>[ondertitel]</a:t>
            </a:r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78713771-FD45-4006-8385-08CF792516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6000" y="2613439"/>
            <a:ext cx="4752000" cy="35525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 dirty="0"/>
          </a:p>
        </p:txBody>
      </p:sp>
      <p:sp>
        <p:nvSpPr>
          <p:cNvPr id="11" name="Tijdelijke aanduiding voor inhoud 3">
            <a:extLst>
              <a:ext uri="{FF2B5EF4-FFF2-40B4-BE49-F238E27FC236}">
                <a16:creationId xmlns:a16="http://schemas.microsoft.com/office/drawing/2014/main" id="{0FD2E632-CCBA-4A49-B173-C6E074472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8000" y="2613439"/>
            <a:ext cx="4752000" cy="35525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C2FAE7D-E99E-42B0-A84F-B037C2447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 dirty="0"/>
          </a:p>
        </p:txBody>
      </p:sp>
      <p:sp>
        <p:nvSpPr>
          <p:cNvPr id="7" name="Toelichting 2">
            <a:extLst>
              <a:ext uri="{FF2B5EF4-FFF2-40B4-BE49-F238E27FC236}">
                <a16:creationId xmlns:a16="http://schemas.microsoft.com/office/drawing/2014/main" id="{149F7343-3255-4669-BB27-E19C7C251BBF}"/>
              </a:ext>
            </a:extLst>
          </p:cNvPr>
          <p:cNvSpPr txBox="1"/>
          <p:nvPr userDrawn="1"/>
        </p:nvSpPr>
        <p:spPr>
          <a:xfrm>
            <a:off x="-2105892" y="1897500"/>
            <a:ext cx="1979503" cy="4154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007FC3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Tekst opmaken</a:t>
            </a: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007FC3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In tekstkaders zijn negen opmaakstijlen ingesteld: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bullet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streepje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pijltje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open blokje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open bullet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‘tilde’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Platte tekst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Tussenkopje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nummers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Je kiest een stijl door </a:t>
            </a:r>
            <a:r>
              <a:rPr kumimoji="0" lang="nl-NL" sz="1000" b="0" i="1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aan het begin van een regel 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of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 drukken:</a:t>
            </a:r>
          </a:p>
          <a:p>
            <a:pPr marL="176213" marR="0" lvl="0" indent="-176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Met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kies je de </a:t>
            </a:r>
            <a:r>
              <a:rPr kumimoji="0" lang="nl-NL" sz="1000" b="0" i="0" u="sng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volgende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tekststijl.</a:t>
            </a:r>
          </a:p>
          <a:p>
            <a:pPr marL="176213" marR="0" lvl="0" indent="-176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Met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kies je de </a:t>
            </a:r>
            <a:r>
              <a:rPr kumimoji="0" lang="nl-NL" sz="1000" b="0" i="0" u="sng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vorige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tekststijl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of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[Shift]+[Tab].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410999A3-CC12-4256-8358-55235AB7EC4C}"/>
              </a:ext>
            </a:extLst>
          </p:cNvPr>
          <p:cNvSpPr/>
          <p:nvPr userDrawn="1"/>
        </p:nvSpPr>
        <p:spPr>
          <a:xfrm>
            <a:off x="11400000" y="606600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AEBFD891-2548-42D0-AE0F-1CF58D53C1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9715" b="40737"/>
          <a:stretch/>
        </p:blipFill>
        <p:spPr>
          <a:xfrm>
            <a:off x="0" y="0"/>
            <a:ext cx="856343" cy="84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8733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708FCB36-775D-40C0-B0F3-86CA1A9D71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96000" y="2016000"/>
            <a:ext cx="4752000" cy="4140000"/>
          </a:xfrm>
          <a:solidFill>
            <a:srgbClr val="DDDDDD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nl-NL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88E88A05-67F9-47A7-960E-586CE611C3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08000" y="2016000"/>
            <a:ext cx="4752000" cy="41400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202DE95-ADC6-47B0-AEFA-B8503F519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6" name="Toelichting 2">
            <a:extLst>
              <a:ext uri="{FF2B5EF4-FFF2-40B4-BE49-F238E27FC236}">
                <a16:creationId xmlns:a16="http://schemas.microsoft.com/office/drawing/2014/main" id="{22342063-D022-4768-B718-C02E5CFEA66D}"/>
              </a:ext>
            </a:extLst>
          </p:cNvPr>
          <p:cNvSpPr txBox="1"/>
          <p:nvPr userDrawn="1"/>
        </p:nvSpPr>
        <p:spPr>
          <a:xfrm>
            <a:off x="-2105892" y="1897500"/>
            <a:ext cx="1979503" cy="4154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007FC3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Tekst opmaken</a:t>
            </a: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007FC3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In tekstkaders zijn negen opmaakstijlen ingesteld: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bullet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streepje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pijltje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open blokje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open bullet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‘tilde’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Platte tekst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Tussenkopje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nummers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Je kiest een stijl door </a:t>
            </a:r>
            <a:r>
              <a:rPr kumimoji="0" lang="nl-NL" sz="1000" b="0" i="1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aan het begin van een regel 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of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 drukken:</a:t>
            </a:r>
          </a:p>
          <a:p>
            <a:pPr marL="176213" marR="0" lvl="0" indent="-176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Met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kies je de </a:t>
            </a:r>
            <a:r>
              <a:rPr kumimoji="0" lang="nl-NL" sz="1000" b="0" i="0" u="sng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volgende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tekststijl.</a:t>
            </a:r>
          </a:p>
          <a:p>
            <a:pPr marL="176213" marR="0" lvl="0" indent="-176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Met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kies je de </a:t>
            </a:r>
            <a:r>
              <a:rPr kumimoji="0" lang="nl-NL" sz="1000" b="0" i="0" u="sng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vorige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tekststijl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of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[Shift]+[Tab].</a:t>
            </a:r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3BF89029-8F84-44A7-B3C8-42E761FBC24F}"/>
              </a:ext>
            </a:extLst>
          </p:cNvPr>
          <p:cNvSpPr/>
          <p:nvPr userDrawn="1"/>
        </p:nvSpPr>
        <p:spPr>
          <a:xfrm>
            <a:off x="11400000" y="606600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E1ECE704-6F3F-4A17-91CB-0E8E08001B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24007" y="5163165"/>
            <a:ext cx="1767993" cy="169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7698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708FCB36-775D-40C0-B0F3-86CA1A9D71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08000" y="2016000"/>
            <a:ext cx="4752000" cy="4140000"/>
          </a:xfrm>
          <a:solidFill>
            <a:srgbClr val="DDDDDD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nl-NL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88E88A05-67F9-47A7-960E-586CE611C3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6000" y="2016000"/>
            <a:ext cx="4752000" cy="41400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38FCF43-34BC-4877-99C4-553FED40A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000" y="720000"/>
            <a:ext cx="9864000" cy="1296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 dirty="0"/>
          </a:p>
        </p:txBody>
      </p:sp>
      <p:sp>
        <p:nvSpPr>
          <p:cNvPr id="6" name="Toelichting 2">
            <a:extLst>
              <a:ext uri="{FF2B5EF4-FFF2-40B4-BE49-F238E27FC236}">
                <a16:creationId xmlns:a16="http://schemas.microsoft.com/office/drawing/2014/main" id="{2AE071F3-A4E4-4B65-B53D-260EF67AF5FD}"/>
              </a:ext>
            </a:extLst>
          </p:cNvPr>
          <p:cNvSpPr txBox="1"/>
          <p:nvPr userDrawn="1"/>
        </p:nvSpPr>
        <p:spPr>
          <a:xfrm>
            <a:off x="-2105892" y="1897500"/>
            <a:ext cx="1979503" cy="4154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007FC3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Tekst opmaken</a:t>
            </a: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007FC3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In tekstkaders zijn negen opmaakstijlen ingesteld: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bullet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streepje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pijltje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open blokje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open bullet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‘tilde’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Platte tekst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Tussenkopje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nummers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Je kiest een stijl door </a:t>
            </a:r>
            <a:r>
              <a:rPr kumimoji="0" lang="nl-NL" sz="1000" b="0" i="1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aan het begin van een regel 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of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 drukken:</a:t>
            </a:r>
          </a:p>
          <a:p>
            <a:pPr marL="176213" marR="0" lvl="0" indent="-176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Met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kies je de </a:t>
            </a:r>
            <a:r>
              <a:rPr kumimoji="0" lang="nl-NL" sz="1000" b="0" i="0" u="sng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volgende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tekststijl.</a:t>
            </a:r>
          </a:p>
          <a:p>
            <a:pPr marL="176213" marR="0" lvl="0" indent="-176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Met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kies je de </a:t>
            </a:r>
            <a:r>
              <a:rPr kumimoji="0" lang="nl-NL" sz="1000" b="0" i="0" u="sng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vorige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tekststijl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of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[Shift]+[Tab].</a:t>
            </a:r>
          </a:p>
        </p:txBody>
      </p:sp>
    </p:spTree>
    <p:extLst>
      <p:ext uri="{BB962C8B-B14F-4D97-AF65-F5344CB8AC3E}">
        <p14:creationId xmlns:p14="http://schemas.microsoft.com/office/powerpoint/2010/main" val="9854914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x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7"/>
          <p:cNvSpPr>
            <a:spLocks noGrp="1"/>
          </p:cNvSpPr>
          <p:nvPr>
            <p:ph type="pic" sz="quarter" idx="10" hasCustomPrompt="1"/>
          </p:nvPr>
        </p:nvSpPr>
        <p:spPr>
          <a:xfrm>
            <a:off x="792000" y="2570365"/>
            <a:ext cx="3240000" cy="27268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 algn="ctr">
              <a:buNone/>
              <a:defRPr sz="1877">
                <a:latin typeface="Arial"/>
                <a:cs typeface="Arial"/>
              </a:defRPr>
            </a:lvl1pPr>
          </a:lstStyle>
          <a:p>
            <a:r>
              <a:rPr lang="nl-NL" dirty="0"/>
              <a:t>   afbeelding </a:t>
            </a:r>
          </a:p>
        </p:txBody>
      </p:sp>
      <p:sp>
        <p:nvSpPr>
          <p:cNvPr id="13" name="Tijdelijke aanduiding voor afbeelding 7"/>
          <p:cNvSpPr>
            <a:spLocks noGrp="1"/>
          </p:cNvSpPr>
          <p:nvPr>
            <p:ph type="pic" sz="quarter" idx="17" hasCustomPrompt="1"/>
          </p:nvPr>
        </p:nvSpPr>
        <p:spPr>
          <a:xfrm>
            <a:off x="4476600" y="2570365"/>
            <a:ext cx="3240000" cy="27268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 algn="ctr">
              <a:buNone/>
              <a:defRPr sz="1877">
                <a:latin typeface="Arial"/>
                <a:cs typeface="Arial"/>
              </a:defRPr>
            </a:lvl1pPr>
          </a:lstStyle>
          <a:p>
            <a:r>
              <a:rPr lang="nl-NL"/>
              <a:t>   afbeelding </a:t>
            </a:r>
          </a:p>
        </p:txBody>
      </p:sp>
      <p:sp>
        <p:nvSpPr>
          <p:cNvPr id="15" name="Tijdelijke aanduiding voor afbeelding 7"/>
          <p:cNvSpPr>
            <a:spLocks noGrp="1"/>
          </p:cNvSpPr>
          <p:nvPr>
            <p:ph type="pic" sz="quarter" idx="18" hasCustomPrompt="1"/>
          </p:nvPr>
        </p:nvSpPr>
        <p:spPr>
          <a:xfrm>
            <a:off x="8161200" y="2570365"/>
            <a:ext cx="3240000" cy="27268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 algn="ctr">
              <a:buNone/>
              <a:defRPr sz="1877">
                <a:latin typeface="Arial"/>
                <a:cs typeface="Arial"/>
              </a:defRPr>
            </a:lvl1pPr>
          </a:lstStyle>
          <a:p>
            <a:r>
              <a:rPr lang="nl-NL"/>
              <a:t>   afbeelding </a:t>
            </a:r>
          </a:p>
        </p:txBody>
      </p:sp>
      <p:sp>
        <p:nvSpPr>
          <p:cNvPr id="6" name="Tijdelijke aanduiding voor tekst 3"/>
          <p:cNvSpPr>
            <a:spLocks noGrp="1"/>
          </p:cNvSpPr>
          <p:nvPr>
            <p:ph type="body" sz="quarter" idx="19" hasCustomPrompt="1"/>
          </p:nvPr>
        </p:nvSpPr>
        <p:spPr>
          <a:xfrm>
            <a:off x="792000" y="1620449"/>
            <a:ext cx="3240000" cy="84561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marR="0" indent="0" algn="ctr" defTabSz="91257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rgbClr val="10264E"/>
                </a:solidFill>
                <a:latin typeface="Arial"/>
                <a:cs typeface="Arial"/>
              </a:defRPr>
            </a:lvl1pPr>
            <a:lvl2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2pPr>
            <a:lvl3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3pPr>
            <a:lvl4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4pPr>
            <a:lvl5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nl-NL" dirty="0"/>
              <a:t>[titel]</a:t>
            </a:r>
          </a:p>
        </p:txBody>
      </p:sp>
      <p:sp>
        <p:nvSpPr>
          <p:cNvPr id="11" name="Tijdelijke aanduiding voor tekst 3"/>
          <p:cNvSpPr>
            <a:spLocks noGrp="1"/>
          </p:cNvSpPr>
          <p:nvPr>
            <p:ph type="body" sz="quarter" idx="20" hasCustomPrompt="1"/>
          </p:nvPr>
        </p:nvSpPr>
        <p:spPr>
          <a:xfrm>
            <a:off x="4476600" y="1620449"/>
            <a:ext cx="3240000" cy="84561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marR="0" indent="0" algn="ctr" defTabSz="91257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rgbClr val="10264E"/>
                </a:solidFill>
                <a:latin typeface="Arial"/>
                <a:cs typeface="Arial"/>
              </a:defRPr>
            </a:lvl1pPr>
            <a:lvl2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2pPr>
            <a:lvl3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3pPr>
            <a:lvl4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4pPr>
            <a:lvl5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nl-NL" dirty="0"/>
              <a:t>[titel]</a:t>
            </a:r>
          </a:p>
        </p:txBody>
      </p:sp>
      <p:sp>
        <p:nvSpPr>
          <p:cNvPr id="12" name="Tijdelijke aanduiding voor tekst 3"/>
          <p:cNvSpPr>
            <a:spLocks noGrp="1"/>
          </p:cNvSpPr>
          <p:nvPr>
            <p:ph type="body" sz="quarter" idx="21" hasCustomPrompt="1"/>
          </p:nvPr>
        </p:nvSpPr>
        <p:spPr>
          <a:xfrm>
            <a:off x="8161200" y="1620449"/>
            <a:ext cx="3240000" cy="84561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marR="0" indent="0" algn="ctr" defTabSz="91257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rgbClr val="10264E"/>
                </a:solidFill>
                <a:latin typeface="Arial"/>
                <a:cs typeface="Arial"/>
              </a:defRPr>
            </a:lvl1pPr>
            <a:lvl2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2pPr>
            <a:lvl3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3pPr>
            <a:lvl4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4pPr>
            <a:lvl5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nl-NL" dirty="0"/>
              <a:t>[titel]</a:t>
            </a: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9F653371-7DF9-43F3-A744-BB311A26AD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9715" b="40737"/>
          <a:stretch/>
        </p:blipFill>
        <p:spPr>
          <a:xfrm>
            <a:off x="0" y="0"/>
            <a:ext cx="856343" cy="84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9514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en voorstellen ..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7"/>
          <p:cNvSpPr>
            <a:spLocks noGrp="1"/>
          </p:cNvSpPr>
          <p:nvPr>
            <p:ph type="pic" sz="quarter" idx="18" hasCustomPrompt="1"/>
          </p:nvPr>
        </p:nvSpPr>
        <p:spPr>
          <a:xfrm>
            <a:off x="2799762" y="0"/>
            <a:ext cx="9392245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 algn="ctr">
              <a:buNone/>
              <a:defRPr sz="1877">
                <a:latin typeface="Arial"/>
                <a:cs typeface="Arial"/>
              </a:defRPr>
            </a:lvl1pPr>
          </a:lstStyle>
          <a:p>
            <a:r>
              <a:rPr lang="nl-NL"/>
              <a:t>   afbeelding </a:t>
            </a:r>
          </a:p>
        </p:txBody>
      </p:sp>
      <p:sp>
        <p:nvSpPr>
          <p:cNvPr id="9" name="Tijdelijke aanduiding voor tekst 3"/>
          <p:cNvSpPr>
            <a:spLocks noGrp="1"/>
          </p:cNvSpPr>
          <p:nvPr>
            <p:ph type="body" sz="quarter" idx="19" hasCustomPrompt="1"/>
          </p:nvPr>
        </p:nvSpPr>
        <p:spPr>
          <a:xfrm>
            <a:off x="792000" y="1600664"/>
            <a:ext cx="4320000" cy="521521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91257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347" b="1">
                <a:solidFill>
                  <a:srgbClr val="10264E"/>
                </a:solidFill>
                <a:latin typeface="Arial"/>
                <a:cs typeface="Arial"/>
              </a:defRPr>
            </a:lvl1pPr>
            <a:lvl2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2pPr>
            <a:lvl3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3pPr>
            <a:lvl4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4pPr>
            <a:lvl5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nl-NL" dirty="0"/>
              <a:t>[functie]</a:t>
            </a:r>
          </a:p>
        </p:txBody>
      </p:sp>
      <p:sp>
        <p:nvSpPr>
          <p:cNvPr id="11" name="Tijdelijke aanduiding voor tekst 3"/>
          <p:cNvSpPr>
            <a:spLocks noGrp="1"/>
          </p:cNvSpPr>
          <p:nvPr>
            <p:ph type="body" sz="quarter" idx="28" hasCustomPrompt="1"/>
          </p:nvPr>
        </p:nvSpPr>
        <p:spPr>
          <a:xfrm>
            <a:off x="792000" y="2122185"/>
            <a:ext cx="4320000" cy="464603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91257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77" b="0">
                <a:solidFill>
                  <a:srgbClr val="10264E"/>
                </a:solidFill>
                <a:latin typeface="Arial"/>
                <a:cs typeface="Arial"/>
              </a:defRPr>
            </a:lvl1pPr>
            <a:lvl2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2pPr>
            <a:lvl3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3pPr>
            <a:lvl4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4pPr>
            <a:lvl5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nl-NL" dirty="0"/>
              <a:t>[e-mailadres]</a:t>
            </a: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2C5E712C-5496-4582-9FCF-C3F14CF788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600" y="5864400"/>
            <a:ext cx="1548000" cy="464603"/>
          </a:xfrm>
          <a:prstGeom prst="rect">
            <a:avLst/>
          </a:pr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1C6EC026-02AE-43ED-B54C-523EEAEF44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000" y="720000"/>
            <a:ext cx="9864000" cy="837122"/>
          </a:xfrm>
        </p:spPr>
        <p:txBody>
          <a:bodyPr/>
          <a:lstStyle>
            <a:lvl1pPr>
              <a:defRPr/>
            </a:lvl1pPr>
          </a:lstStyle>
          <a:p>
            <a:r>
              <a:rPr lang="nl-NL" dirty="0"/>
              <a:t>[naam]</a:t>
            </a:r>
          </a:p>
        </p:txBody>
      </p:sp>
      <p:sp>
        <p:nvSpPr>
          <p:cNvPr id="15" name="Tijdelijke aanduiding voor tekst 3">
            <a:extLst>
              <a:ext uri="{FF2B5EF4-FFF2-40B4-BE49-F238E27FC236}">
                <a16:creationId xmlns:a16="http://schemas.microsoft.com/office/drawing/2014/main" id="{6CFA03C9-356F-461D-84CC-49E7736E59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92000" y="2586788"/>
            <a:ext cx="4320000" cy="1771509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91257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77" b="0">
                <a:solidFill>
                  <a:srgbClr val="10264E"/>
                </a:solidFill>
                <a:latin typeface="Arial"/>
                <a:cs typeface="Arial"/>
              </a:defRPr>
            </a:lvl1pPr>
            <a:lvl2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2pPr>
            <a:lvl3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3pPr>
            <a:lvl4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4pPr>
            <a:lvl5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nl-NL" dirty="0"/>
              <a:t>[andere contactinfo, b.v. LinkedIn]</a:t>
            </a:r>
          </a:p>
        </p:txBody>
      </p:sp>
    </p:spTree>
    <p:extLst>
      <p:ext uri="{BB962C8B-B14F-4D97-AF65-F5344CB8AC3E}">
        <p14:creationId xmlns:p14="http://schemas.microsoft.com/office/powerpoint/2010/main" val="569843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media 2"/>
          <p:cNvSpPr>
            <a:spLocks noGrp="1"/>
          </p:cNvSpPr>
          <p:nvPr>
            <p:ph type="media" sz="quarter" idx="12"/>
          </p:nvPr>
        </p:nvSpPr>
        <p:spPr>
          <a:xfrm>
            <a:off x="8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media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178834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5F53FA-EE09-4A0C-92EE-E4B8A636A5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2000" y="1324801"/>
            <a:ext cx="6861600" cy="2358200"/>
          </a:xfrm>
        </p:spPr>
        <p:txBody>
          <a:bodyPr anchor="t" anchorCtr="0"/>
          <a:lstStyle>
            <a:lvl1pPr>
              <a:defRPr sz="47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[hoofdstuktitel]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4959B75-7C22-46B5-B30C-BC3F15F3583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92000" y="3894246"/>
            <a:ext cx="6861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[ondertitel of toelichting]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FF806D8B-5DD1-4AC8-881B-942EAB79FC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362" y="4334037"/>
            <a:ext cx="2566638" cy="2523963"/>
          </a:xfrm>
          <a:prstGeom prst="rect">
            <a:avLst/>
          </a:prstGeom>
        </p:spPr>
      </p:pic>
      <p:pic>
        <p:nvPicPr>
          <p:cNvPr id="9" name="Afbeelding 8" descr="Afbeelding met tekst, kruiswoordpuzzel&#10;&#10;Beschrijving is gegenereerd met hoge betrouwbaarheid">
            <a:extLst>
              <a:ext uri="{FF2B5EF4-FFF2-40B4-BE49-F238E27FC236}">
                <a16:creationId xmlns:a16="http://schemas.microsoft.com/office/drawing/2014/main" id="{780794D5-73D1-4667-A8F7-1FFB0EDB22F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0" y="891306"/>
            <a:ext cx="266699" cy="22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6892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251F923-90BC-40F3-8BDA-DB17BAC4C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232795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ige driehoek 4">
            <a:extLst>
              <a:ext uri="{FF2B5EF4-FFF2-40B4-BE49-F238E27FC236}">
                <a16:creationId xmlns:a16="http://schemas.microsoft.com/office/drawing/2014/main" id="{7B950D76-FDB9-4D4D-8E5F-9E36F651D41E}"/>
              </a:ext>
            </a:extLst>
          </p:cNvPr>
          <p:cNvSpPr/>
          <p:nvPr userDrawn="1"/>
        </p:nvSpPr>
        <p:spPr>
          <a:xfrm rot="5400000">
            <a:off x="11400000" y="6066000"/>
            <a:ext cx="792000" cy="7920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Rechthoekige driehoek 2">
            <a:extLst>
              <a:ext uri="{FF2B5EF4-FFF2-40B4-BE49-F238E27FC236}">
                <a16:creationId xmlns:a16="http://schemas.microsoft.com/office/drawing/2014/main" id="{095CAFC6-5277-4CDE-9614-4E898AC231F9}"/>
              </a:ext>
            </a:extLst>
          </p:cNvPr>
          <p:cNvSpPr/>
          <p:nvPr userDrawn="1"/>
        </p:nvSpPr>
        <p:spPr>
          <a:xfrm rot="16200000">
            <a:off x="0" y="6066000"/>
            <a:ext cx="792000" cy="7920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34050CDE-221E-4E1C-8123-F90126286791}"/>
              </a:ext>
            </a:extLst>
          </p:cNvPr>
          <p:cNvSpPr/>
          <p:nvPr userDrawn="1"/>
        </p:nvSpPr>
        <p:spPr>
          <a:xfrm>
            <a:off x="11400000" y="606600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70459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fsluitgroe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69BFDD44-2866-4BB8-BAB3-956F9C108E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25362" y="4334037"/>
            <a:ext cx="2566638" cy="2523963"/>
          </a:xfrm>
          <a:prstGeom prst="rect">
            <a:avLst/>
          </a:prstGeom>
        </p:spPr>
      </p:pic>
      <p:pic>
        <p:nvPicPr>
          <p:cNvPr id="24" name="Afbeelding 23">
            <a:extLst>
              <a:ext uri="{FF2B5EF4-FFF2-40B4-BE49-F238E27FC236}">
                <a16:creationId xmlns:a16="http://schemas.microsoft.com/office/drawing/2014/main" id="{74C25534-E1F7-408F-971A-A92512CE123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0" y="5257800"/>
            <a:ext cx="3534451" cy="1081088"/>
          </a:xfrm>
          <a:prstGeom prst="rect">
            <a:avLst/>
          </a:prstGeom>
        </p:spPr>
      </p:pic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05F27743-4FBD-454F-B003-399F0DD3C9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2000" y="1203770"/>
            <a:ext cx="7797800" cy="1694004"/>
          </a:xfrm>
        </p:spPr>
        <p:txBody>
          <a:bodyPr>
            <a:normAutofit/>
          </a:bodyPr>
          <a:lstStyle>
            <a:lvl1pPr marL="0" indent="0">
              <a:lnSpc>
                <a:spcPct val="105000"/>
              </a:lnSpc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[afsluitgroet]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322CD84B-886E-4595-BFBC-7504B9A0CE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2000" y="3588345"/>
            <a:ext cx="4800600" cy="10810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[contactgegevens]</a:t>
            </a:r>
          </a:p>
        </p:txBody>
      </p:sp>
    </p:spTree>
    <p:extLst>
      <p:ext uri="{BB962C8B-B14F-4D97-AF65-F5344CB8AC3E}">
        <p14:creationId xmlns:p14="http://schemas.microsoft.com/office/powerpoint/2010/main" val="5454694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i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AC0D48FD-529E-4A93-8565-3D666AA793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122" y="2997593"/>
            <a:ext cx="2823757" cy="86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7189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DC64D-8F75-476F-AD4A-5F413B834DFF}" type="datetimeFigureOut">
              <a:rPr lang="en-US" smtClean="0"/>
              <a:t>4/3/2020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07C8B-7921-4031-ACB3-E56D2439F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13935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71307B-333B-4591-8BC7-DC50216CB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000" y="1324800"/>
            <a:ext cx="9648000" cy="2387600"/>
          </a:xfrm>
        </p:spPr>
        <p:txBody>
          <a:bodyPr anchor="t" anchorCtr="0"/>
          <a:lstStyle>
            <a:lvl1pPr algn="l">
              <a:defRPr sz="47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0477F3-851B-4CC7-8C61-61E6ABC6C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000" y="3712400"/>
            <a:ext cx="9648000" cy="1545400"/>
          </a:xfrm>
        </p:spPr>
        <p:txBody>
          <a:bodyPr/>
          <a:lstStyle>
            <a:lvl1pPr marL="0" indent="0" algn="l">
              <a:lnSpc>
                <a:spcPct val="105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nl-NL" dirty="0"/>
          </a:p>
        </p:txBody>
      </p:sp>
      <p:grpSp>
        <p:nvGrpSpPr>
          <p:cNvPr id="15" name="Groep 14">
            <a:extLst>
              <a:ext uri="{FF2B5EF4-FFF2-40B4-BE49-F238E27FC236}">
                <a16:creationId xmlns:a16="http://schemas.microsoft.com/office/drawing/2014/main" id="{50B04124-1E68-4203-A398-300DE8A9B0B3}"/>
              </a:ext>
            </a:extLst>
          </p:cNvPr>
          <p:cNvGrpSpPr/>
          <p:nvPr userDrawn="1"/>
        </p:nvGrpSpPr>
        <p:grpSpPr>
          <a:xfrm>
            <a:off x="-2172832" y="152630"/>
            <a:ext cx="2046443" cy="2135136"/>
            <a:chOff x="-2172832" y="1897500"/>
            <a:chExt cx="2046443" cy="2135136"/>
          </a:xfrm>
        </p:grpSpPr>
        <p:sp>
          <p:nvSpPr>
            <p:cNvPr id="16" name="Toelichting 2">
              <a:extLst>
                <a:ext uri="{FF2B5EF4-FFF2-40B4-BE49-F238E27FC236}">
                  <a16:creationId xmlns:a16="http://schemas.microsoft.com/office/drawing/2014/main" id="{EF5FCD81-6E8D-44ED-B3BB-3D7A2722A3CE}"/>
                </a:ext>
              </a:extLst>
            </p:cNvPr>
            <p:cNvSpPr txBox="1"/>
            <p:nvPr userDrawn="1"/>
          </p:nvSpPr>
          <p:spPr>
            <a:xfrm>
              <a:off x="-2172832" y="1897500"/>
              <a:ext cx="2046443" cy="18466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1200" cap="none" spc="0" normalizeH="0" baseline="0" noProof="1">
                  <a:ln>
                    <a:noFill/>
                  </a:ln>
                  <a:solidFill>
                    <a:srgbClr val="007FC3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Nieuwe dia</a:t>
              </a: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007FC3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0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Klik op de </a:t>
              </a:r>
              <a:r>
                <a:rPr kumimoji="0" lang="nl-NL" sz="1000" b="1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Start</a:t>
              </a:r>
              <a:r>
                <a:rPr kumimoji="0" lang="nl-NL" sz="1000" b="0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-tab </a:t>
              </a:r>
              <a:r>
                <a:rPr kumimoji="0" lang="nl-NL" sz="1000" b="0" i="0" u="sng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op het tekstje onder </a:t>
              </a:r>
              <a:r>
                <a:rPr kumimoji="0" lang="nl-NL" sz="1000" b="0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het pictogram </a:t>
              </a:r>
              <a:r>
                <a:rPr kumimoji="0" lang="nl-NL" sz="1000" b="1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Nieuwe dia</a:t>
              </a:r>
              <a:r>
                <a:rPr kumimoji="0" lang="nl-NL" sz="1000" b="0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1200" cap="none" spc="0" normalizeH="0" baseline="0" noProof="1">
                  <a:ln>
                    <a:noFill/>
                  </a:ln>
                  <a:solidFill>
                    <a:srgbClr val="007FC3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Andere indeling voor huidige dia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0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Klik op de </a:t>
              </a:r>
              <a:r>
                <a:rPr kumimoji="0" lang="nl-NL" sz="1000" b="1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Start</a:t>
              </a:r>
              <a:r>
                <a:rPr kumimoji="0" lang="nl-NL" sz="1000" b="0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-tab op Indeling:</a:t>
              </a:r>
            </a:p>
          </p:txBody>
        </p:sp>
        <p:pic>
          <p:nvPicPr>
            <p:cNvPr id="17" name="Afbeelding 16">
              <a:extLst>
                <a:ext uri="{FF2B5EF4-FFF2-40B4-BE49-F238E27FC236}">
                  <a16:creationId xmlns:a16="http://schemas.microsoft.com/office/drawing/2014/main" id="{EC14DE48-4F0E-43EC-B736-6BEEB06E65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1720819" y="2405204"/>
              <a:ext cx="514350" cy="762000"/>
            </a:xfrm>
            <a:prstGeom prst="rect">
              <a:avLst/>
            </a:prstGeom>
          </p:spPr>
        </p:pic>
        <p:sp>
          <p:nvSpPr>
            <p:cNvPr id="18" name="Pijl: links 17">
              <a:extLst>
                <a:ext uri="{FF2B5EF4-FFF2-40B4-BE49-F238E27FC236}">
                  <a16:creationId xmlns:a16="http://schemas.microsoft.com/office/drawing/2014/main" id="{BEFD3151-502C-4722-9080-A1720BC9EAF8}"/>
                </a:ext>
              </a:extLst>
            </p:cNvPr>
            <p:cNvSpPr/>
            <p:nvPr userDrawn="1"/>
          </p:nvSpPr>
          <p:spPr>
            <a:xfrm>
              <a:off x="-1249266" y="2906162"/>
              <a:ext cx="514350" cy="181070"/>
            </a:xfrm>
            <a:prstGeom prst="lef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800" b="0" i="0" u="none" strike="noStrike" kern="1200" cap="none" spc="0" normalizeH="0" baseline="0" noProof="0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19" name="Afbeelding 18">
              <a:extLst>
                <a:ext uri="{FF2B5EF4-FFF2-40B4-BE49-F238E27FC236}">
                  <a16:creationId xmlns:a16="http://schemas.microsoft.com/office/drawing/2014/main" id="{24130D00-8AA9-4DA1-8F00-36B2187743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-1730279" y="3784986"/>
              <a:ext cx="962025" cy="247650"/>
            </a:xfrm>
            <a:prstGeom prst="rect">
              <a:avLst/>
            </a:prstGeom>
          </p:spPr>
        </p:pic>
      </p:grpSp>
      <p:pic>
        <p:nvPicPr>
          <p:cNvPr id="22" name="Afbeelding 21" descr="Afbeelding met tekst, kruiswoordpuzzel&#10;&#10;Beschrijving is gegenereerd met hoge betrouwbaarheid">
            <a:extLst>
              <a:ext uri="{FF2B5EF4-FFF2-40B4-BE49-F238E27FC236}">
                <a16:creationId xmlns:a16="http://schemas.microsoft.com/office/drawing/2014/main" id="{B13FCDC4-A14A-484F-9DBF-06586F7A83D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0" y="891306"/>
            <a:ext cx="266699" cy="222250"/>
          </a:xfrm>
          <a:prstGeom prst="rect">
            <a:avLst/>
          </a:prstGeom>
        </p:spPr>
      </p:pic>
      <p:pic>
        <p:nvPicPr>
          <p:cNvPr id="24" name="Afbeelding 23">
            <a:extLst>
              <a:ext uri="{FF2B5EF4-FFF2-40B4-BE49-F238E27FC236}">
                <a16:creationId xmlns:a16="http://schemas.microsoft.com/office/drawing/2014/main" id="{74C25534-E1F7-408F-971A-A92512CE12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0" y="5862216"/>
            <a:ext cx="1558406" cy="476672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54B706E4-A4BE-477F-82CC-F72E42955CB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625362" y="4334037"/>
            <a:ext cx="2566638" cy="2523963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C837B75C-F199-4271-B6BD-AF8B451AE84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2020432" y="4534453"/>
            <a:ext cx="1827354" cy="1067068"/>
          </a:xfrm>
          <a:prstGeom prst="rect">
            <a:avLst/>
          </a:prstGeom>
        </p:spPr>
      </p:pic>
      <p:sp>
        <p:nvSpPr>
          <p:cNvPr id="14" name="Toelichting 2">
            <a:extLst>
              <a:ext uri="{FF2B5EF4-FFF2-40B4-BE49-F238E27FC236}">
                <a16:creationId xmlns:a16="http://schemas.microsoft.com/office/drawing/2014/main" id="{D5AA82F1-8152-40F5-9057-E87AE0364625}"/>
              </a:ext>
            </a:extLst>
          </p:cNvPr>
          <p:cNvSpPr txBox="1"/>
          <p:nvPr userDrawn="1"/>
        </p:nvSpPr>
        <p:spPr>
          <a:xfrm>
            <a:off x="-2172832" y="2500247"/>
            <a:ext cx="2141781" cy="43088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007FC3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Licht of donker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Deze template bevat twee ontwerpen: één met voornamelijk witte en één met voornamelijk donkergrijze achtergronden.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In de ruimte waar je presenteert kun je kiezen welke van de twee het prettigst is. Je kiest één van de twee ontwerpen als volgt: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Klik op tab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Ontwerpen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Uiterst links staan de twee ontwerpen van InfoSupport: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Klik op het gewenste ontwerp.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Alle dia’s in je presentatie worden omgezet naar dat ontwerp.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nl-NL" sz="1000" b="0" i="1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000" b="0" i="1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Let op: eventueel handmatig opgemaakte dia’s worden </a:t>
            </a:r>
            <a:r>
              <a:rPr kumimoji="0" lang="nl-NL" sz="1000" b="0" i="1" u="sng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niet</a:t>
            </a:r>
            <a:r>
              <a:rPr kumimoji="0" lang="nl-NL" sz="1000" b="0" i="1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omgezet.</a:t>
            </a:r>
          </a:p>
        </p:txBody>
      </p:sp>
    </p:spTree>
    <p:extLst>
      <p:ext uri="{BB962C8B-B14F-4D97-AF65-F5344CB8AC3E}">
        <p14:creationId xmlns:p14="http://schemas.microsoft.com/office/powerpoint/2010/main" val="15012603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met donkere f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jdelijke aanduiding voor afbeelding 21">
            <a:extLst>
              <a:ext uri="{FF2B5EF4-FFF2-40B4-BE49-F238E27FC236}">
                <a16:creationId xmlns:a16="http://schemas.microsoft.com/office/drawing/2014/main" id="{128520C4-8B76-4C22-9A16-F93551D3C16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66000 h 6858000"/>
              <a:gd name="connsiteX3" fmla="*/ 11400000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66000"/>
                </a:lnTo>
                <a:lnTo>
                  <a:pt x="11400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571307B-333B-4591-8BC7-DC50216CB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000" y="1324800"/>
            <a:ext cx="9648000" cy="1865600"/>
          </a:xfrm>
        </p:spPr>
        <p:txBody>
          <a:bodyPr anchor="t" anchorCtr="0"/>
          <a:lstStyle>
            <a:lvl1pPr algn="l">
              <a:defRPr sz="47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0477F3-851B-4CC7-8C61-61E6ABC6C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000" y="3712400"/>
            <a:ext cx="9648000" cy="1545400"/>
          </a:xfrm>
        </p:spPr>
        <p:txBody>
          <a:bodyPr/>
          <a:lstStyle>
            <a:lvl1pPr marL="0" indent="0" algn="l">
              <a:lnSpc>
                <a:spcPct val="105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nl-NL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0CD97FCA-990D-428D-B8B1-866C08E2C5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2000" y="892800"/>
            <a:ext cx="266400" cy="223200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00">
                <a:solidFill>
                  <a:schemeClr val="bg1"/>
                </a:solidFill>
              </a:defRPr>
            </a:lvl1pPr>
            <a:lvl2pPr>
              <a:defRPr sz="100">
                <a:solidFill>
                  <a:schemeClr val="bg1"/>
                </a:solidFill>
              </a:defRPr>
            </a:lvl2pPr>
            <a:lvl3pPr>
              <a:defRPr sz="100">
                <a:solidFill>
                  <a:schemeClr val="bg1"/>
                </a:solidFill>
              </a:defRPr>
            </a:lvl3pPr>
            <a:lvl4pPr>
              <a:defRPr sz="100">
                <a:solidFill>
                  <a:schemeClr val="bg1"/>
                </a:solidFill>
              </a:defRPr>
            </a:lvl4pPr>
            <a:lvl5pPr>
              <a:defRPr sz="1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ACDA0D89-AC29-4AF7-A2B0-B1C1CD4F14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2000" y="5860800"/>
            <a:ext cx="1558800" cy="4752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accent5"/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24" name="Toelichting 2">
            <a:extLst>
              <a:ext uri="{FF2B5EF4-FFF2-40B4-BE49-F238E27FC236}">
                <a16:creationId xmlns:a16="http://schemas.microsoft.com/office/drawing/2014/main" id="{A25424A8-6ADE-4C80-B106-497161FBD436}"/>
              </a:ext>
            </a:extLst>
          </p:cNvPr>
          <p:cNvSpPr txBox="1"/>
          <p:nvPr userDrawn="1"/>
        </p:nvSpPr>
        <p:spPr>
          <a:xfrm>
            <a:off x="12358572" y="3201792"/>
            <a:ext cx="2031009" cy="35548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Foto instellen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Het fotokader wordt altijd vanuit het midden van de gekozen foto gevuld.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05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Als je een ander gedeelte van de foto wilt zien, gebruik je de functie ‘bijsnijden’:</a:t>
            </a:r>
          </a:p>
          <a:p>
            <a:pPr marL="200699" marR="0" lvl="0" indent="-20069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Selecteer de foto op de dia; het kader wordt vierkant weergegeven</a:t>
            </a:r>
          </a:p>
          <a:p>
            <a:pPr marL="200699" marR="0" lvl="0" indent="-20069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 tab </a:t>
            </a: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Hulpmiddelen voor tekenen / Opmaak</a:t>
            </a: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: klik op </a:t>
            </a: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Bijsnijden</a:t>
            </a: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.</a:t>
            </a:r>
          </a:p>
          <a:p>
            <a:pPr marL="200699" marR="0" lvl="0" indent="-20069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Nu kun je de foto bewegen en daarmee het gewenste deel in beeld schuiven. Ook kun je de foto vergroten/verkleinen door met de greepjes in de hoeken te slepen.</a:t>
            </a:r>
          </a:p>
          <a:p>
            <a:pPr marL="200699" marR="0" lvl="0" indent="-20069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Klik naast het kader om de bijsnijden-functie te verlaten.</a:t>
            </a:r>
          </a:p>
        </p:txBody>
      </p:sp>
      <p:sp>
        <p:nvSpPr>
          <p:cNvPr id="25" name="Toelichting 2">
            <a:extLst>
              <a:ext uri="{FF2B5EF4-FFF2-40B4-BE49-F238E27FC236}">
                <a16:creationId xmlns:a16="http://schemas.microsoft.com/office/drawing/2014/main" id="{BA9CD39E-B253-4330-9459-D93654698BBF}"/>
              </a:ext>
            </a:extLst>
          </p:cNvPr>
          <p:cNvSpPr txBox="1"/>
          <p:nvPr userDrawn="1"/>
        </p:nvSpPr>
        <p:spPr>
          <a:xfrm>
            <a:off x="12358572" y="0"/>
            <a:ext cx="2031009" cy="30700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Dia herstellen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Als de elementen niet (meer) op de juiste manier (over elkaar) liggen kun je de dia-indeling herstellen:</a:t>
            </a:r>
          </a:p>
          <a:p>
            <a:pPr marL="200699" marR="0" lvl="0" indent="-20069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 tab </a:t>
            </a: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Start</a:t>
            </a: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:</a:t>
            </a: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</a:t>
            </a: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klik op </a:t>
            </a: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Opnieuw instellen</a:t>
            </a: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nl-NL" sz="105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Helaas moet je hierna eventuele ‘bijsnijdingen’ opnieuw instellen.</a:t>
            </a:r>
          </a:p>
          <a:p>
            <a:pPr marL="0" marR="0" lvl="0" indent="0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Je kunt dit voorkomen door de bijsnijdingen eerst te verwijderen: </a:t>
            </a:r>
          </a:p>
          <a:p>
            <a:pPr marL="200699" marR="0" lvl="0" indent="-200699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Selecteer de foto. </a:t>
            </a:r>
          </a:p>
          <a:p>
            <a:pPr marL="200699" marR="0" lvl="0" indent="-200699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 tab </a:t>
            </a: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Hulpmiddelen voor tekenen / Opmaak</a:t>
            </a: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: klik op </a:t>
            </a: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Afbeeldingen comprimeren</a:t>
            </a: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en selecteer </a:t>
            </a: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Bijgesneden gebieden van afbeeldingen verwijderen</a:t>
            </a: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28" name="Groep 27">
            <a:extLst>
              <a:ext uri="{FF2B5EF4-FFF2-40B4-BE49-F238E27FC236}">
                <a16:creationId xmlns:a16="http://schemas.microsoft.com/office/drawing/2014/main" id="{32BD0861-2791-419F-BCA1-D4601FCA4B85}"/>
              </a:ext>
            </a:extLst>
          </p:cNvPr>
          <p:cNvGrpSpPr/>
          <p:nvPr userDrawn="1"/>
        </p:nvGrpSpPr>
        <p:grpSpPr>
          <a:xfrm>
            <a:off x="-2172832" y="152630"/>
            <a:ext cx="2046443" cy="2135136"/>
            <a:chOff x="-2172832" y="1897500"/>
            <a:chExt cx="2046443" cy="2135136"/>
          </a:xfrm>
        </p:grpSpPr>
        <p:sp>
          <p:nvSpPr>
            <p:cNvPr id="29" name="Toelichting 2">
              <a:extLst>
                <a:ext uri="{FF2B5EF4-FFF2-40B4-BE49-F238E27FC236}">
                  <a16:creationId xmlns:a16="http://schemas.microsoft.com/office/drawing/2014/main" id="{BE99F4A9-BFCA-4F5F-952E-85C3599F3E71}"/>
                </a:ext>
              </a:extLst>
            </p:cNvPr>
            <p:cNvSpPr txBox="1"/>
            <p:nvPr userDrawn="1"/>
          </p:nvSpPr>
          <p:spPr>
            <a:xfrm>
              <a:off x="-2172832" y="1897500"/>
              <a:ext cx="2046443" cy="18466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1200" cap="none" spc="0" normalizeH="0" baseline="0" noProof="1">
                  <a:ln>
                    <a:noFill/>
                  </a:ln>
                  <a:solidFill>
                    <a:srgbClr val="007FC3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Nieuwe dia</a:t>
              </a: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007FC3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0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Klik op de </a:t>
              </a:r>
              <a:r>
                <a:rPr kumimoji="0" lang="nl-NL" sz="1000" b="1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Start</a:t>
              </a:r>
              <a:r>
                <a:rPr kumimoji="0" lang="nl-NL" sz="1000" b="0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-tab </a:t>
              </a:r>
              <a:r>
                <a:rPr kumimoji="0" lang="nl-NL" sz="1000" b="0" i="0" u="sng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op het tekstje onder </a:t>
              </a:r>
              <a:r>
                <a:rPr kumimoji="0" lang="nl-NL" sz="1000" b="0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het pictogram </a:t>
              </a:r>
              <a:r>
                <a:rPr kumimoji="0" lang="nl-NL" sz="1000" b="1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Nieuwe dia</a:t>
              </a:r>
              <a:r>
                <a:rPr kumimoji="0" lang="nl-NL" sz="1000" b="0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1200" cap="none" spc="0" normalizeH="0" baseline="0" noProof="1">
                  <a:ln>
                    <a:noFill/>
                  </a:ln>
                  <a:solidFill>
                    <a:srgbClr val="007FC3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Andere indeling voor huidige dia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0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Klik op de </a:t>
              </a:r>
              <a:r>
                <a:rPr kumimoji="0" lang="nl-NL" sz="1000" b="1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Start</a:t>
              </a:r>
              <a:r>
                <a:rPr kumimoji="0" lang="nl-NL" sz="1000" b="0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-tab op Indeling:</a:t>
              </a:r>
            </a:p>
          </p:txBody>
        </p:sp>
        <p:pic>
          <p:nvPicPr>
            <p:cNvPr id="30" name="Afbeelding 29">
              <a:extLst>
                <a:ext uri="{FF2B5EF4-FFF2-40B4-BE49-F238E27FC236}">
                  <a16:creationId xmlns:a16="http://schemas.microsoft.com/office/drawing/2014/main" id="{35CD95FF-2E0D-4FC8-85CB-BFD94B756AA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-1720819" y="2405204"/>
              <a:ext cx="514350" cy="762000"/>
            </a:xfrm>
            <a:prstGeom prst="rect">
              <a:avLst/>
            </a:prstGeom>
          </p:spPr>
        </p:pic>
        <p:sp>
          <p:nvSpPr>
            <p:cNvPr id="31" name="Pijl: links 30">
              <a:extLst>
                <a:ext uri="{FF2B5EF4-FFF2-40B4-BE49-F238E27FC236}">
                  <a16:creationId xmlns:a16="http://schemas.microsoft.com/office/drawing/2014/main" id="{0D306B90-0F35-4FFC-BE52-3FA8EBEDD2C4}"/>
                </a:ext>
              </a:extLst>
            </p:cNvPr>
            <p:cNvSpPr/>
            <p:nvPr userDrawn="1"/>
          </p:nvSpPr>
          <p:spPr>
            <a:xfrm>
              <a:off x="-1249266" y="2906162"/>
              <a:ext cx="514350" cy="181070"/>
            </a:xfrm>
            <a:prstGeom prst="lef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800" b="0" i="0" u="none" strike="noStrike" kern="1200" cap="none" spc="0" normalizeH="0" baseline="0" noProof="0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32" name="Afbeelding 31">
              <a:extLst>
                <a:ext uri="{FF2B5EF4-FFF2-40B4-BE49-F238E27FC236}">
                  <a16:creationId xmlns:a16="http://schemas.microsoft.com/office/drawing/2014/main" id="{9849B456-C437-4DDB-9989-358F6DADBB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-1730279" y="3784986"/>
              <a:ext cx="962025" cy="247650"/>
            </a:xfrm>
            <a:prstGeom prst="rect">
              <a:avLst/>
            </a:prstGeom>
          </p:spPr>
        </p:pic>
      </p:grpSp>
      <p:sp>
        <p:nvSpPr>
          <p:cNvPr id="33" name="Toelichting 2">
            <a:extLst>
              <a:ext uri="{FF2B5EF4-FFF2-40B4-BE49-F238E27FC236}">
                <a16:creationId xmlns:a16="http://schemas.microsoft.com/office/drawing/2014/main" id="{82C270EB-D26F-4560-ABAD-921524997EAB}"/>
              </a:ext>
            </a:extLst>
          </p:cNvPr>
          <p:cNvSpPr txBox="1"/>
          <p:nvPr userDrawn="1"/>
        </p:nvSpPr>
        <p:spPr>
          <a:xfrm>
            <a:off x="-2172832" y="2500247"/>
            <a:ext cx="2141781" cy="43088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007FC3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Licht of donker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Deze template bevat twee ontwerpen: één met voornamelijk witte en één met voornamelijk donkergrijze achtergronden.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In de ruimte waar je presenteert kun je kiezen welke van de twee het prettigst is. Je kiest één van de twee ontwerpen als volgt: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Klik op tab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Ontwerpen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Uiterst links staan de twee ontwerpen van InfoSupport: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Klik op het gewenste ontwerp.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Alle dia’s in je presentatie worden omgezet naar dat ontwerp.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nl-NL" sz="1000" b="0" i="1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000" b="0" i="1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Let op: eventueel handmatig opgemaakte dia’s worden </a:t>
            </a:r>
            <a:r>
              <a:rPr kumimoji="0" lang="nl-NL" sz="1000" b="0" i="1" u="sng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niet</a:t>
            </a:r>
            <a:r>
              <a:rPr kumimoji="0" lang="nl-NL" sz="1000" b="0" i="1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omgezet.</a:t>
            </a:r>
          </a:p>
        </p:txBody>
      </p:sp>
      <p:pic>
        <p:nvPicPr>
          <p:cNvPr id="34" name="Afbeelding 33">
            <a:extLst>
              <a:ext uri="{FF2B5EF4-FFF2-40B4-BE49-F238E27FC236}">
                <a16:creationId xmlns:a16="http://schemas.microsoft.com/office/drawing/2014/main" id="{7D803087-9477-4001-A5DD-CB2A244025A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2020432" y="4534453"/>
            <a:ext cx="1827354" cy="106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13372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met lichte f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jdelijke aanduiding voor afbeelding 21">
            <a:extLst>
              <a:ext uri="{FF2B5EF4-FFF2-40B4-BE49-F238E27FC236}">
                <a16:creationId xmlns:a16="http://schemas.microsoft.com/office/drawing/2014/main" id="{128520C4-8B76-4C22-9A16-F93551D3C16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66000 h 6858000"/>
              <a:gd name="connsiteX3" fmla="*/ 11400000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66000"/>
                </a:lnTo>
                <a:lnTo>
                  <a:pt x="11400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>
            <a:noAutofit/>
          </a:bodyPr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571307B-333B-4591-8BC7-DC50216CB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000" y="1324800"/>
            <a:ext cx="9648000" cy="1865600"/>
          </a:xfrm>
        </p:spPr>
        <p:txBody>
          <a:bodyPr anchor="t" anchorCtr="0"/>
          <a:lstStyle>
            <a:lvl1pPr algn="l">
              <a:defRPr sz="47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0477F3-851B-4CC7-8C61-61E6ABC6C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000" y="3712400"/>
            <a:ext cx="9648000" cy="1545400"/>
          </a:xfrm>
        </p:spPr>
        <p:txBody>
          <a:bodyPr/>
          <a:lstStyle>
            <a:lvl1pPr marL="0" indent="0" algn="l">
              <a:lnSpc>
                <a:spcPct val="105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nl-NL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0CD97FCA-990D-428D-B8B1-866C08E2C5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2000" y="896400"/>
            <a:ext cx="270000" cy="223200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00">
                <a:solidFill>
                  <a:schemeClr val="bg1"/>
                </a:solidFill>
              </a:defRPr>
            </a:lvl1pPr>
            <a:lvl2pPr>
              <a:defRPr sz="100">
                <a:solidFill>
                  <a:schemeClr val="bg1"/>
                </a:solidFill>
              </a:defRPr>
            </a:lvl2pPr>
            <a:lvl3pPr>
              <a:defRPr sz="100">
                <a:solidFill>
                  <a:schemeClr val="bg1"/>
                </a:solidFill>
              </a:defRPr>
            </a:lvl3pPr>
            <a:lvl4pPr>
              <a:defRPr sz="100">
                <a:solidFill>
                  <a:schemeClr val="bg1"/>
                </a:solidFill>
              </a:defRPr>
            </a:lvl4pPr>
            <a:lvl5pPr>
              <a:defRPr sz="1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ACDA0D89-AC29-4AF7-A2B0-B1C1CD4F14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2000" y="5864400"/>
            <a:ext cx="1548000" cy="4716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accent5"/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20" name="Toelichting 2">
            <a:extLst>
              <a:ext uri="{FF2B5EF4-FFF2-40B4-BE49-F238E27FC236}">
                <a16:creationId xmlns:a16="http://schemas.microsoft.com/office/drawing/2014/main" id="{58888936-6C5E-417F-BEF5-E2EF5FB87309}"/>
              </a:ext>
            </a:extLst>
          </p:cNvPr>
          <p:cNvSpPr txBox="1"/>
          <p:nvPr userDrawn="1"/>
        </p:nvSpPr>
        <p:spPr>
          <a:xfrm>
            <a:off x="12358572" y="3201792"/>
            <a:ext cx="2031009" cy="35548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Foto instellen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Het fotokader wordt altijd vanuit het midden van de gekozen foto gevuld.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05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Als je een ander gedeelte van de foto wilt zien, gebruik je de functie ‘bijsnijden’:</a:t>
            </a:r>
          </a:p>
          <a:p>
            <a:pPr marL="200699" marR="0" lvl="0" indent="-20069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Selecteer de foto op de dia; het kader wordt vierkant weergegeven</a:t>
            </a:r>
          </a:p>
          <a:p>
            <a:pPr marL="200699" marR="0" lvl="0" indent="-20069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 tab </a:t>
            </a: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Hulpmiddelen voor tekenen / Opmaak</a:t>
            </a: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: klik op </a:t>
            </a: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Bijsnijden</a:t>
            </a: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.</a:t>
            </a:r>
          </a:p>
          <a:p>
            <a:pPr marL="200699" marR="0" lvl="0" indent="-20069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Nu kun je de foto bewegen en daarmee het gewenste deel in beeld schuiven. Ook kun je de foto vergroten/verkleinen door met de greepjes in de hoeken te slepen.</a:t>
            </a:r>
          </a:p>
          <a:p>
            <a:pPr marL="200699" marR="0" lvl="0" indent="-20069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Klik naast het kader om de bijsnijden-functie te verlaten.</a:t>
            </a:r>
          </a:p>
        </p:txBody>
      </p:sp>
      <p:sp>
        <p:nvSpPr>
          <p:cNvPr id="21" name="Toelichting 2">
            <a:extLst>
              <a:ext uri="{FF2B5EF4-FFF2-40B4-BE49-F238E27FC236}">
                <a16:creationId xmlns:a16="http://schemas.microsoft.com/office/drawing/2014/main" id="{0F8C9FE2-BA24-4C8F-A357-4D9EF1B0D229}"/>
              </a:ext>
            </a:extLst>
          </p:cNvPr>
          <p:cNvSpPr txBox="1"/>
          <p:nvPr userDrawn="1"/>
        </p:nvSpPr>
        <p:spPr>
          <a:xfrm>
            <a:off x="12358572" y="0"/>
            <a:ext cx="2031009" cy="30700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Dia herstellen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Als de elementen niet (meer) op de juiste manier (over elkaar) liggen kun je de dia-indeling herstellen:</a:t>
            </a:r>
          </a:p>
          <a:p>
            <a:pPr marL="200699" marR="0" lvl="0" indent="-20069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 tab </a:t>
            </a: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Start</a:t>
            </a: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:</a:t>
            </a: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</a:t>
            </a: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klik op </a:t>
            </a: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Opnieuw instellen</a:t>
            </a: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nl-NL" sz="105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Helaas moet je hierna eventuele ‘bijsnijdingen’ opnieuw instellen.</a:t>
            </a:r>
          </a:p>
          <a:p>
            <a:pPr marL="0" marR="0" lvl="0" indent="0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Je kunt dit voorkomen door de bijsnijdingen eerst te verwijderen: </a:t>
            </a:r>
          </a:p>
          <a:p>
            <a:pPr marL="200699" marR="0" lvl="0" indent="-200699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Selecteer de foto. </a:t>
            </a:r>
          </a:p>
          <a:p>
            <a:pPr marL="200699" marR="0" lvl="0" indent="-200699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 tab </a:t>
            </a: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Hulpmiddelen voor tekenen / Opmaak</a:t>
            </a: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: klik op </a:t>
            </a: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Afbeeldingen comprimeren</a:t>
            </a: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en selecteer </a:t>
            </a:r>
            <a:r>
              <a:rPr kumimoji="0" lang="nl-NL" sz="105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Bijgesneden gebieden van afbeeldingen verwijderen</a:t>
            </a:r>
            <a:r>
              <a:rPr kumimoji="0" lang="nl-NL" sz="105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28" name="Groep 27">
            <a:extLst>
              <a:ext uri="{FF2B5EF4-FFF2-40B4-BE49-F238E27FC236}">
                <a16:creationId xmlns:a16="http://schemas.microsoft.com/office/drawing/2014/main" id="{BE146738-8187-4BD2-A109-7553796348B6}"/>
              </a:ext>
            </a:extLst>
          </p:cNvPr>
          <p:cNvGrpSpPr/>
          <p:nvPr userDrawn="1"/>
        </p:nvGrpSpPr>
        <p:grpSpPr>
          <a:xfrm>
            <a:off x="-2172832" y="152630"/>
            <a:ext cx="2046443" cy="2135136"/>
            <a:chOff x="-2172832" y="1897500"/>
            <a:chExt cx="2046443" cy="2135136"/>
          </a:xfrm>
        </p:grpSpPr>
        <p:sp>
          <p:nvSpPr>
            <p:cNvPr id="29" name="Toelichting 2">
              <a:extLst>
                <a:ext uri="{FF2B5EF4-FFF2-40B4-BE49-F238E27FC236}">
                  <a16:creationId xmlns:a16="http://schemas.microsoft.com/office/drawing/2014/main" id="{2DBC996F-99C8-4D5B-AEDD-8F14050228D9}"/>
                </a:ext>
              </a:extLst>
            </p:cNvPr>
            <p:cNvSpPr txBox="1"/>
            <p:nvPr userDrawn="1"/>
          </p:nvSpPr>
          <p:spPr>
            <a:xfrm>
              <a:off x="-2172832" y="1897500"/>
              <a:ext cx="2046443" cy="18466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1200" cap="none" spc="0" normalizeH="0" baseline="0" noProof="1">
                  <a:ln>
                    <a:noFill/>
                  </a:ln>
                  <a:solidFill>
                    <a:srgbClr val="007FC3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Nieuwe dia</a:t>
              </a: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007FC3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0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Klik op de </a:t>
              </a:r>
              <a:r>
                <a:rPr kumimoji="0" lang="nl-NL" sz="1000" b="1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Start</a:t>
              </a:r>
              <a:r>
                <a:rPr kumimoji="0" lang="nl-NL" sz="1000" b="0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-tab </a:t>
              </a:r>
              <a:r>
                <a:rPr kumimoji="0" lang="nl-NL" sz="1000" b="0" i="0" u="sng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op het tekstje onder </a:t>
              </a:r>
              <a:r>
                <a:rPr kumimoji="0" lang="nl-NL" sz="1000" b="0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het pictogram </a:t>
              </a:r>
              <a:r>
                <a:rPr kumimoji="0" lang="nl-NL" sz="1000" b="1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Nieuwe dia</a:t>
              </a:r>
              <a:r>
                <a:rPr kumimoji="0" lang="nl-NL" sz="1000" b="0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1200" cap="none" spc="0" normalizeH="0" baseline="0" noProof="1">
                  <a:ln>
                    <a:noFill/>
                  </a:ln>
                  <a:solidFill>
                    <a:srgbClr val="007FC3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Andere indeling voor huidige dia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0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Klik op de </a:t>
              </a:r>
              <a:r>
                <a:rPr kumimoji="0" lang="nl-NL" sz="1000" b="1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Start</a:t>
              </a:r>
              <a:r>
                <a:rPr kumimoji="0" lang="nl-NL" sz="1000" b="0" i="0" u="none" strike="noStrike" kern="1200" cap="none" spc="0" normalizeH="0" baseline="0" noProof="1">
                  <a:ln>
                    <a:noFill/>
                  </a:ln>
                  <a:solidFill>
                    <a:srgbClr val="133561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-tab op Indeling:</a:t>
              </a:r>
            </a:p>
          </p:txBody>
        </p:sp>
        <p:pic>
          <p:nvPicPr>
            <p:cNvPr id="30" name="Afbeelding 29">
              <a:extLst>
                <a:ext uri="{FF2B5EF4-FFF2-40B4-BE49-F238E27FC236}">
                  <a16:creationId xmlns:a16="http://schemas.microsoft.com/office/drawing/2014/main" id="{1939F5F1-5D4F-4461-9A94-52EF82EE60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-1720819" y="2405204"/>
              <a:ext cx="514350" cy="762000"/>
            </a:xfrm>
            <a:prstGeom prst="rect">
              <a:avLst/>
            </a:prstGeom>
          </p:spPr>
        </p:pic>
        <p:sp>
          <p:nvSpPr>
            <p:cNvPr id="31" name="Pijl: links 30">
              <a:extLst>
                <a:ext uri="{FF2B5EF4-FFF2-40B4-BE49-F238E27FC236}">
                  <a16:creationId xmlns:a16="http://schemas.microsoft.com/office/drawing/2014/main" id="{57ECED57-F7F9-4D97-A1AA-0E4CB7F905C8}"/>
                </a:ext>
              </a:extLst>
            </p:cNvPr>
            <p:cNvSpPr/>
            <p:nvPr userDrawn="1"/>
          </p:nvSpPr>
          <p:spPr>
            <a:xfrm>
              <a:off x="-1249266" y="2906162"/>
              <a:ext cx="514350" cy="181070"/>
            </a:xfrm>
            <a:prstGeom prst="lef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800" b="0" i="0" u="none" strike="noStrike" kern="1200" cap="none" spc="0" normalizeH="0" baseline="0" noProof="0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32" name="Afbeelding 31">
              <a:extLst>
                <a:ext uri="{FF2B5EF4-FFF2-40B4-BE49-F238E27FC236}">
                  <a16:creationId xmlns:a16="http://schemas.microsoft.com/office/drawing/2014/main" id="{FB007FD4-75A6-4597-BC31-9C0ABA112C0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-1730279" y="3784986"/>
              <a:ext cx="962025" cy="247650"/>
            </a:xfrm>
            <a:prstGeom prst="rect">
              <a:avLst/>
            </a:prstGeom>
          </p:spPr>
        </p:pic>
      </p:grpSp>
      <p:sp>
        <p:nvSpPr>
          <p:cNvPr id="33" name="Toelichting 2">
            <a:extLst>
              <a:ext uri="{FF2B5EF4-FFF2-40B4-BE49-F238E27FC236}">
                <a16:creationId xmlns:a16="http://schemas.microsoft.com/office/drawing/2014/main" id="{4AC97971-A551-4EFE-A7DF-0E5E3603CC1D}"/>
              </a:ext>
            </a:extLst>
          </p:cNvPr>
          <p:cNvSpPr txBox="1"/>
          <p:nvPr userDrawn="1"/>
        </p:nvSpPr>
        <p:spPr>
          <a:xfrm>
            <a:off x="-2172832" y="2500247"/>
            <a:ext cx="2141781" cy="43088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007FC3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Licht of donker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Deze template bevat twee ontwerpen: één met voornamelijk witte en één met voornamelijk donkergrijze achtergronden.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In de ruimte waar je presenteert kun je kiezen welke van de twee het prettigst is. Je kiest één van de twee ontwerpen als volgt: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Klik op tab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Ontwerpen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Uiterst links staan de twee ontwerpen van InfoSupport: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Klik op het gewenste ontwerp.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Alle dia’s in je presentatie worden omgezet naar dat ontwerp.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nl-NL" sz="1000" b="0" i="1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000" b="0" i="1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Let op: eventueel handmatig opgemaakte dia’s worden </a:t>
            </a:r>
            <a:r>
              <a:rPr kumimoji="0" lang="nl-NL" sz="1000" b="0" i="1" u="sng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niet</a:t>
            </a:r>
            <a:r>
              <a:rPr kumimoji="0" lang="nl-NL" sz="1000" b="0" i="1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omgezet.</a:t>
            </a:r>
          </a:p>
        </p:txBody>
      </p:sp>
      <p:pic>
        <p:nvPicPr>
          <p:cNvPr id="34" name="Afbeelding 33">
            <a:extLst>
              <a:ext uri="{FF2B5EF4-FFF2-40B4-BE49-F238E27FC236}">
                <a16:creationId xmlns:a16="http://schemas.microsoft.com/office/drawing/2014/main" id="{59CBA8FD-0EFF-4BD9-A350-B4A42F50984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2020432" y="4534453"/>
            <a:ext cx="1827354" cy="106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4987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A4D82EB-A068-41A9-80F3-33E950159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 dirty="0"/>
          </a:p>
        </p:txBody>
      </p:sp>
      <p:sp>
        <p:nvSpPr>
          <p:cNvPr id="7" name="Toelichting 2">
            <a:extLst>
              <a:ext uri="{FF2B5EF4-FFF2-40B4-BE49-F238E27FC236}">
                <a16:creationId xmlns:a16="http://schemas.microsoft.com/office/drawing/2014/main" id="{C02237BE-ACED-416B-B03B-35F33FCB7DCE}"/>
              </a:ext>
            </a:extLst>
          </p:cNvPr>
          <p:cNvSpPr txBox="1"/>
          <p:nvPr userDrawn="1"/>
        </p:nvSpPr>
        <p:spPr>
          <a:xfrm>
            <a:off x="-2105892" y="1897500"/>
            <a:ext cx="1979503" cy="4154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007FC3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Tekst opmaken</a:t>
            </a: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007FC3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In tekstkaders zijn negen opmaakstijlen ingesteld: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bullet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streepje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pijltje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open blokje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open bullet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‘tilde’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Platte tekst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Tussenkopje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nummers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Je kiest een stijl door </a:t>
            </a:r>
            <a:r>
              <a:rPr kumimoji="0" lang="nl-NL" sz="1000" b="0" i="1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aan het begin van een regel 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of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 drukken:</a:t>
            </a:r>
          </a:p>
          <a:p>
            <a:pPr marL="176213" marR="0" lvl="0" indent="-176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Met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kies je de </a:t>
            </a:r>
            <a:r>
              <a:rPr kumimoji="0" lang="nl-NL" sz="1000" b="0" i="0" u="sng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volgende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tekststijl.</a:t>
            </a:r>
          </a:p>
          <a:p>
            <a:pPr marL="176213" marR="0" lvl="0" indent="-176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Met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kies je de </a:t>
            </a:r>
            <a:r>
              <a:rPr kumimoji="0" lang="nl-NL" sz="1000" b="0" i="0" u="sng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vorige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tekststijl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of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[Shift]+[Tab].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635C0F4-5237-4F1A-B811-55FEE9224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595407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teks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oelichting 2">
            <a:extLst>
              <a:ext uri="{FF2B5EF4-FFF2-40B4-BE49-F238E27FC236}">
                <a16:creationId xmlns:a16="http://schemas.microsoft.com/office/drawing/2014/main" id="{C02237BE-ACED-416B-B03B-35F33FCB7DCE}"/>
              </a:ext>
            </a:extLst>
          </p:cNvPr>
          <p:cNvSpPr txBox="1"/>
          <p:nvPr userDrawn="1"/>
        </p:nvSpPr>
        <p:spPr>
          <a:xfrm>
            <a:off x="-2105892" y="1897500"/>
            <a:ext cx="1979503" cy="4154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007FC3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Tekst opmaken</a:t>
            </a: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007FC3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In tekstkaders zijn negen opmaakstijlen ingesteld: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bullet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streepje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pijltje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open blokje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open bullet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‘tilde’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Platte tekst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Tussenkopje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nummers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Je kiest een stijl door </a:t>
            </a:r>
            <a:r>
              <a:rPr kumimoji="0" lang="nl-NL" sz="1000" b="0" i="1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aan het begin van een regel 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of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 drukken:</a:t>
            </a:r>
          </a:p>
          <a:p>
            <a:pPr marL="176213" marR="0" lvl="0" indent="-176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Met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kies je de </a:t>
            </a:r>
            <a:r>
              <a:rPr kumimoji="0" lang="nl-NL" sz="1000" b="0" i="0" u="sng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volgende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tekststijl.</a:t>
            </a:r>
          </a:p>
          <a:p>
            <a:pPr marL="176213" marR="0" lvl="0" indent="-176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Met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kies je de </a:t>
            </a:r>
            <a:r>
              <a:rPr kumimoji="0" lang="nl-NL" sz="1000" b="0" i="0" u="sng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vorige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tekststijl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of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[Shift]+[Tab].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635C0F4-5237-4F1A-B811-55FEE9224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4C97EC5-E070-465A-AFF6-979AE75863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96000" y="2016000"/>
            <a:ext cx="9864000" cy="41400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8" name="Rechthoekige driehoek 7">
            <a:extLst>
              <a:ext uri="{FF2B5EF4-FFF2-40B4-BE49-F238E27FC236}">
                <a16:creationId xmlns:a16="http://schemas.microsoft.com/office/drawing/2014/main" id="{FC531A8F-4551-47F9-9AFA-3A736CB2DFE5}"/>
              </a:ext>
            </a:extLst>
          </p:cNvPr>
          <p:cNvSpPr/>
          <p:nvPr userDrawn="1"/>
        </p:nvSpPr>
        <p:spPr>
          <a:xfrm rot="5400000">
            <a:off x="11400000" y="0"/>
            <a:ext cx="792000" cy="792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F9A8806D-DC6A-4097-B437-37410FFC11B7}"/>
              </a:ext>
            </a:extLst>
          </p:cNvPr>
          <p:cNvSpPr/>
          <p:nvPr userDrawn="1"/>
        </p:nvSpPr>
        <p:spPr>
          <a:xfrm>
            <a:off x="11400000" y="606600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56366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tek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oelichting 2">
            <a:extLst>
              <a:ext uri="{FF2B5EF4-FFF2-40B4-BE49-F238E27FC236}">
                <a16:creationId xmlns:a16="http://schemas.microsoft.com/office/drawing/2014/main" id="{C02237BE-ACED-416B-B03B-35F33FCB7DCE}"/>
              </a:ext>
            </a:extLst>
          </p:cNvPr>
          <p:cNvSpPr txBox="1"/>
          <p:nvPr userDrawn="1"/>
        </p:nvSpPr>
        <p:spPr>
          <a:xfrm>
            <a:off x="-2105892" y="1897500"/>
            <a:ext cx="1979503" cy="4154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007FC3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Tekst opmaken</a:t>
            </a: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007FC3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In tekstkaders zijn negen opmaakstijlen ingesteld: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bullet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streepje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pijltje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open blokje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open bullet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‘tilde’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Platte tekst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Tussenkopje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nummers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Je kiest een stijl door </a:t>
            </a:r>
            <a:r>
              <a:rPr kumimoji="0" lang="nl-NL" sz="1000" b="0" i="1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aan het begin van een regel 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of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 drukken:</a:t>
            </a:r>
          </a:p>
          <a:p>
            <a:pPr marL="176213" marR="0" lvl="0" indent="-176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Met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kies je de </a:t>
            </a:r>
            <a:r>
              <a:rPr kumimoji="0" lang="nl-NL" sz="1000" b="0" i="0" u="sng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volgende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tekststijl.</a:t>
            </a:r>
          </a:p>
          <a:p>
            <a:pPr marL="176213" marR="0" lvl="0" indent="-176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Met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kies je de </a:t>
            </a:r>
            <a:r>
              <a:rPr kumimoji="0" lang="nl-NL" sz="1000" b="0" i="0" u="sng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vorige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tekststijl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of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[Shift]+[Tab].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635C0F4-5237-4F1A-B811-55FEE9224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4C97EC5-E070-465A-AFF6-979AE75863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96000" y="2016000"/>
            <a:ext cx="9864000" cy="41400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F9A8806D-DC6A-4097-B437-37410FFC11B7}"/>
              </a:ext>
            </a:extLst>
          </p:cNvPr>
          <p:cNvSpPr/>
          <p:nvPr userDrawn="1"/>
        </p:nvSpPr>
        <p:spPr>
          <a:xfrm>
            <a:off x="11400000" y="606600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Rechthoekige driehoek 8">
            <a:extLst>
              <a:ext uri="{FF2B5EF4-FFF2-40B4-BE49-F238E27FC236}">
                <a16:creationId xmlns:a16="http://schemas.microsoft.com/office/drawing/2014/main" id="{78D48DBC-5B26-413F-A3E8-6F3FE44EA963}"/>
              </a:ext>
            </a:extLst>
          </p:cNvPr>
          <p:cNvSpPr/>
          <p:nvPr userDrawn="1"/>
        </p:nvSpPr>
        <p:spPr>
          <a:xfrm rot="16200000">
            <a:off x="0" y="6066000"/>
            <a:ext cx="792000" cy="792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AB1DF3A1-5262-49FE-9270-4B82F9B651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5766" t="7174" b="9213"/>
          <a:stretch/>
        </p:blipFill>
        <p:spPr>
          <a:xfrm>
            <a:off x="11400000" y="719999"/>
            <a:ext cx="792000" cy="229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53800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4ED5F24-06BD-462B-BA0F-255F2F8111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6000" y="2016000"/>
            <a:ext cx="4752000" cy="41400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D9AC1BE-8B1E-470A-A65A-4D969FAD10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8000" y="2016000"/>
            <a:ext cx="4752000" cy="41400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55B43CF-2B78-4B0E-B67D-E748CB02A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6" name="Toelichting 2">
            <a:extLst>
              <a:ext uri="{FF2B5EF4-FFF2-40B4-BE49-F238E27FC236}">
                <a16:creationId xmlns:a16="http://schemas.microsoft.com/office/drawing/2014/main" id="{9ECE23F0-8627-4716-9A95-9334C2FD8F75}"/>
              </a:ext>
            </a:extLst>
          </p:cNvPr>
          <p:cNvSpPr txBox="1"/>
          <p:nvPr userDrawn="1"/>
        </p:nvSpPr>
        <p:spPr>
          <a:xfrm>
            <a:off x="-2105892" y="1897500"/>
            <a:ext cx="1979503" cy="4154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007FC3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Tekst opmaken</a:t>
            </a: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007FC3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In tekstkaders zijn negen opmaakstijlen ingesteld: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bullet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streepje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pijltje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open blokje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open bullet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‘tilde’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Platte tekst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Tussenkopje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nummers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Je kiest een stijl door </a:t>
            </a:r>
            <a:r>
              <a:rPr kumimoji="0" lang="nl-NL" sz="1000" b="0" i="1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aan het begin van een regel 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of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 drukken:</a:t>
            </a:r>
          </a:p>
          <a:p>
            <a:pPr marL="176213" marR="0" lvl="0" indent="-176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Met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kies je de </a:t>
            </a:r>
            <a:r>
              <a:rPr kumimoji="0" lang="nl-NL" sz="1000" b="0" i="0" u="sng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volgende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tekststijl.</a:t>
            </a:r>
          </a:p>
          <a:p>
            <a:pPr marL="176213" marR="0" lvl="0" indent="-176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Met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kies je de </a:t>
            </a:r>
            <a:r>
              <a:rPr kumimoji="0" lang="nl-NL" sz="1000" b="0" i="0" u="sng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vorige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tekststijl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of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[Shift]+[Tab].</a:t>
            </a:r>
          </a:p>
        </p:txBody>
      </p:sp>
    </p:spTree>
    <p:extLst>
      <p:ext uri="{BB962C8B-B14F-4D97-AF65-F5344CB8AC3E}">
        <p14:creationId xmlns:p14="http://schemas.microsoft.com/office/powerpoint/2010/main" val="191136948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an twee met ond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390A494-4717-4029-B60D-381CEB1DF1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95999" y="2016000"/>
            <a:ext cx="9864000" cy="59055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nl-NL" dirty="0"/>
              <a:t>[ondertitel]</a:t>
            </a:r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78713771-FD45-4006-8385-08CF792516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6000" y="2613439"/>
            <a:ext cx="4752000" cy="35525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 dirty="0"/>
          </a:p>
        </p:txBody>
      </p:sp>
      <p:sp>
        <p:nvSpPr>
          <p:cNvPr id="11" name="Tijdelijke aanduiding voor inhoud 3">
            <a:extLst>
              <a:ext uri="{FF2B5EF4-FFF2-40B4-BE49-F238E27FC236}">
                <a16:creationId xmlns:a16="http://schemas.microsoft.com/office/drawing/2014/main" id="{0FD2E632-CCBA-4A49-B173-C6E074472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8000" y="2613439"/>
            <a:ext cx="4752000" cy="35525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C2FAE7D-E99E-42B0-A84F-B037C2447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 dirty="0"/>
          </a:p>
        </p:txBody>
      </p:sp>
      <p:sp>
        <p:nvSpPr>
          <p:cNvPr id="7" name="Toelichting 2">
            <a:extLst>
              <a:ext uri="{FF2B5EF4-FFF2-40B4-BE49-F238E27FC236}">
                <a16:creationId xmlns:a16="http://schemas.microsoft.com/office/drawing/2014/main" id="{149F7343-3255-4669-BB27-E19C7C251BBF}"/>
              </a:ext>
            </a:extLst>
          </p:cNvPr>
          <p:cNvSpPr txBox="1"/>
          <p:nvPr userDrawn="1"/>
        </p:nvSpPr>
        <p:spPr>
          <a:xfrm>
            <a:off x="-2105892" y="1897500"/>
            <a:ext cx="1979503" cy="4154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007FC3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Tekst opmaken</a:t>
            </a: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007FC3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In tekstkaders zijn negen opmaakstijlen ingesteld: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bullet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streepje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pijltje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open blokje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open bullet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‘tilde’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Platte tekst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Tussenkopje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nummers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Je kiest een stijl door </a:t>
            </a:r>
            <a:r>
              <a:rPr kumimoji="0" lang="nl-NL" sz="1000" b="0" i="1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aan het begin van een regel 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of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 drukken:</a:t>
            </a:r>
          </a:p>
          <a:p>
            <a:pPr marL="176213" marR="0" lvl="0" indent="-176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Met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kies je de </a:t>
            </a:r>
            <a:r>
              <a:rPr kumimoji="0" lang="nl-NL" sz="1000" b="0" i="0" u="sng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volgende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tekststijl.</a:t>
            </a:r>
          </a:p>
          <a:p>
            <a:pPr marL="176213" marR="0" lvl="0" indent="-176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Met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kies je de </a:t>
            </a:r>
            <a:r>
              <a:rPr kumimoji="0" lang="nl-NL" sz="1000" b="0" i="0" u="sng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vorige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tekststijl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of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[Shift]+[Tab].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410999A3-CC12-4256-8358-55235AB7EC4C}"/>
              </a:ext>
            </a:extLst>
          </p:cNvPr>
          <p:cNvSpPr/>
          <p:nvPr userDrawn="1"/>
        </p:nvSpPr>
        <p:spPr>
          <a:xfrm>
            <a:off x="11400000" y="606600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AEBFD891-2548-42D0-AE0F-1CF58D53C1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9715" b="40737"/>
          <a:stretch/>
        </p:blipFill>
        <p:spPr>
          <a:xfrm>
            <a:off x="0" y="0"/>
            <a:ext cx="856343" cy="84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32186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708FCB36-775D-40C0-B0F3-86CA1A9D71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96000" y="2016000"/>
            <a:ext cx="4752000" cy="4140000"/>
          </a:xfrm>
          <a:solidFill>
            <a:srgbClr val="DDDDDD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nl-NL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88E88A05-67F9-47A7-960E-586CE611C3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08000" y="2016000"/>
            <a:ext cx="4752000" cy="41400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202DE95-ADC6-47B0-AEFA-B8503F519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6" name="Toelichting 2">
            <a:extLst>
              <a:ext uri="{FF2B5EF4-FFF2-40B4-BE49-F238E27FC236}">
                <a16:creationId xmlns:a16="http://schemas.microsoft.com/office/drawing/2014/main" id="{22342063-D022-4768-B718-C02E5CFEA66D}"/>
              </a:ext>
            </a:extLst>
          </p:cNvPr>
          <p:cNvSpPr txBox="1"/>
          <p:nvPr userDrawn="1"/>
        </p:nvSpPr>
        <p:spPr>
          <a:xfrm>
            <a:off x="-2105892" y="1897500"/>
            <a:ext cx="1979503" cy="4154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007FC3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Tekst opmaken</a:t>
            </a: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007FC3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In tekstkaders zijn negen opmaakstijlen ingesteld: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bullet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streepje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pijltje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open blokje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open bullet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‘tilde’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Platte tekst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Tussenkopje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nummers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Je kiest een stijl door </a:t>
            </a:r>
            <a:r>
              <a:rPr kumimoji="0" lang="nl-NL" sz="1000" b="0" i="1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aan het begin van een regel 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of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 drukken:</a:t>
            </a:r>
          </a:p>
          <a:p>
            <a:pPr marL="176213" marR="0" lvl="0" indent="-176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Met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kies je de </a:t>
            </a:r>
            <a:r>
              <a:rPr kumimoji="0" lang="nl-NL" sz="1000" b="0" i="0" u="sng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volgende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tekststijl.</a:t>
            </a:r>
          </a:p>
          <a:p>
            <a:pPr marL="176213" marR="0" lvl="0" indent="-176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Met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kies je de </a:t>
            </a:r>
            <a:r>
              <a:rPr kumimoji="0" lang="nl-NL" sz="1000" b="0" i="0" u="sng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vorige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tekststijl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of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[Shift]+[Tab].</a:t>
            </a:r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3BF89029-8F84-44A7-B3C8-42E761FBC24F}"/>
              </a:ext>
            </a:extLst>
          </p:cNvPr>
          <p:cNvSpPr/>
          <p:nvPr userDrawn="1"/>
        </p:nvSpPr>
        <p:spPr>
          <a:xfrm>
            <a:off x="11400000" y="606600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E1ECE704-6F3F-4A17-91CB-0E8E08001B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24007" y="5163165"/>
            <a:ext cx="1767993" cy="169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0717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708FCB36-775D-40C0-B0F3-86CA1A9D71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08000" y="2016000"/>
            <a:ext cx="4752000" cy="4140000"/>
          </a:xfrm>
          <a:solidFill>
            <a:srgbClr val="DDDDDD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nl-NL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88E88A05-67F9-47A7-960E-586CE611C3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6000" y="2016000"/>
            <a:ext cx="4752000" cy="41400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38FCF43-34BC-4877-99C4-553FED40A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000" y="720000"/>
            <a:ext cx="9864000" cy="1296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 dirty="0"/>
          </a:p>
        </p:txBody>
      </p:sp>
      <p:sp>
        <p:nvSpPr>
          <p:cNvPr id="6" name="Toelichting 2">
            <a:extLst>
              <a:ext uri="{FF2B5EF4-FFF2-40B4-BE49-F238E27FC236}">
                <a16:creationId xmlns:a16="http://schemas.microsoft.com/office/drawing/2014/main" id="{2AE071F3-A4E4-4B65-B53D-260EF67AF5FD}"/>
              </a:ext>
            </a:extLst>
          </p:cNvPr>
          <p:cNvSpPr txBox="1"/>
          <p:nvPr userDrawn="1"/>
        </p:nvSpPr>
        <p:spPr>
          <a:xfrm>
            <a:off x="-2105892" y="1897500"/>
            <a:ext cx="1979503" cy="4154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007FC3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Tekst opmaken</a:t>
            </a: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007FC3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In tekstkaders zijn negen opmaakstijlen ingesteld: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bullet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streepje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pijltje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open blokje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open bullet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‘tilde’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Platte tekst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Tussenkopje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Opsomming nummers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Je kiest een stijl door </a:t>
            </a:r>
            <a:r>
              <a:rPr kumimoji="0" lang="nl-NL" sz="1000" b="0" i="1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aan het begin van een regel 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of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 drukken:</a:t>
            </a:r>
          </a:p>
          <a:p>
            <a:pPr marL="176213" marR="0" lvl="0" indent="-176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Met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kies je de </a:t>
            </a:r>
            <a:r>
              <a:rPr kumimoji="0" lang="nl-NL" sz="1000" b="0" i="0" u="sng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volgende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tekststijl.</a:t>
            </a:r>
          </a:p>
          <a:p>
            <a:pPr marL="176213" marR="0" lvl="0" indent="-176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Met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kies je de </a:t>
            </a:r>
            <a:r>
              <a:rPr kumimoji="0" lang="nl-NL" sz="1000" b="0" i="0" u="sng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vorige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tekststijl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nl-NL" sz="1000" b="0" i="0" u="none" strike="noStrike" kern="1200" cap="none" spc="0" normalizeH="0" baseline="0" noProof="1">
              <a:ln>
                <a:noFill/>
              </a:ln>
              <a:solidFill>
                <a:srgbClr val="13356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[Tab]</a:t>
            </a:r>
            <a:r>
              <a:rPr kumimoji="0" lang="nl-NL" sz="1000" b="0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of </a:t>
            </a:r>
            <a:r>
              <a:rPr kumimoji="0" lang="nl-NL" sz="1000" b="1" i="0" u="none" strike="noStrike" kern="1200" cap="none" spc="0" normalizeH="0" baseline="0" noProof="1">
                <a:ln>
                  <a:noFill/>
                </a:ln>
                <a:solidFill>
                  <a:srgbClr val="13356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[Shift]+[Tab].</a:t>
            </a:r>
          </a:p>
        </p:txBody>
      </p:sp>
    </p:spTree>
    <p:extLst>
      <p:ext uri="{BB962C8B-B14F-4D97-AF65-F5344CB8AC3E}">
        <p14:creationId xmlns:p14="http://schemas.microsoft.com/office/powerpoint/2010/main" val="84760299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x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7"/>
          <p:cNvSpPr>
            <a:spLocks noGrp="1"/>
          </p:cNvSpPr>
          <p:nvPr>
            <p:ph type="pic" sz="quarter" idx="10" hasCustomPrompt="1"/>
          </p:nvPr>
        </p:nvSpPr>
        <p:spPr>
          <a:xfrm>
            <a:off x="792000" y="2570365"/>
            <a:ext cx="3240000" cy="27268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 algn="ctr">
              <a:buNone/>
              <a:defRPr sz="1877">
                <a:latin typeface="Arial"/>
                <a:cs typeface="Arial"/>
              </a:defRPr>
            </a:lvl1pPr>
          </a:lstStyle>
          <a:p>
            <a:r>
              <a:rPr lang="nl-NL" dirty="0"/>
              <a:t>   afbeelding </a:t>
            </a:r>
          </a:p>
        </p:txBody>
      </p:sp>
      <p:sp>
        <p:nvSpPr>
          <p:cNvPr id="13" name="Tijdelijke aanduiding voor afbeelding 7"/>
          <p:cNvSpPr>
            <a:spLocks noGrp="1"/>
          </p:cNvSpPr>
          <p:nvPr>
            <p:ph type="pic" sz="quarter" idx="17" hasCustomPrompt="1"/>
          </p:nvPr>
        </p:nvSpPr>
        <p:spPr>
          <a:xfrm>
            <a:off x="4476600" y="2570365"/>
            <a:ext cx="3240000" cy="27268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 algn="ctr">
              <a:buNone/>
              <a:defRPr sz="1877">
                <a:latin typeface="Arial"/>
                <a:cs typeface="Arial"/>
              </a:defRPr>
            </a:lvl1pPr>
          </a:lstStyle>
          <a:p>
            <a:r>
              <a:rPr lang="nl-NL"/>
              <a:t>   afbeelding </a:t>
            </a:r>
          </a:p>
        </p:txBody>
      </p:sp>
      <p:sp>
        <p:nvSpPr>
          <p:cNvPr id="15" name="Tijdelijke aanduiding voor afbeelding 7"/>
          <p:cNvSpPr>
            <a:spLocks noGrp="1"/>
          </p:cNvSpPr>
          <p:nvPr>
            <p:ph type="pic" sz="quarter" idx="18" hasCustomPrompt="1"/>
          </p:nvPr>
        </p:nvSpPr>
        <p:spPr>
          <a:xfrm>
            <a:off x="8161200" y="2570365"/>
            <a:ext cx="3240000" cy="27268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 algn="ctr">
              <a:buNone/>
              <a:defRPr sz="1877">
                <a:latin typeface="Arial"/>
                <a:cs typeface="Arial"/>
              </a:defRPr>
            </a:lvl1pPr>
          </a:lstStyle>
          <a:p>
            <a:r>
              <a:rPr lang="nl-NL"/>
              <a:t>   afbeelding </a:t>
            </a:r>
          </a:p>
        </p:txBody>
      </p:sp>
      <p:sp>
        <p:nvSpPr>
          <p:cNvPr id="6" name="Tijdelijke aanduiding voor tekst 3"/>
          <p:cNvSpPr>
            <a:spLocks noGrp="1"/>
          </p:cNvSpPr>
          <p:nvPr>
            <p:ph type="body" sz="quarter" idx="19" hasCustomPrompt="1"/>
          </p:nvPr>
        </p:nvSpPr>
        <p:spPr>
          <a:xfrm>
            <a:off x="792000" y="1620449"/>
            <a:ext cx="3240000" cy="84561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marR="0" indent="0" algn="ctr" defTabSz="91257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rgbClr val="10264E"/>
                </a:solidFill>
                <a:latin typeface="Arial"/>
                <a:cs typeface="Arial"/>
              </a:defRPr>
            </a:lvl1pPr>
            <a:lvl2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2pPr>
            <a:lvl3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3pPr>
            <a:lvl4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4pPr>
            <a:lvl5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nl-NL" dirty="0"/>
              <a:t>[titel]</a:t>
            </a:r>
          </a:p>
        </p:txBody>
      </p:sp>
      <p:sp>
        <p:nvSpPr>
          <p:cNvPr id="11" name="Tijdelijke aanduiding voor tekst 3"/>
          <p:cNvSpPr>
            <a:spLocks noGrp="1"/>
          </p:cNvSpPr>
          <p:nvPr>
            <p:ph type="body" sz="quarter" idx="20" hasCustomPrompt="1"/>
          </p:nvPr>
        </p:nvSpPr>
        <p:spPr>
          <a:xfrm>
            <a:off x="4476600" y="1620449"/>
            <a:ext cx="3240000" cy="84561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marR="0" indent="0" algn="ctr" defTabSz="91257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rgbClr val="10264E"/>
                </a:solidFill>
                <a:latin typeface="Arial"/>
                <a:cs typeface="Arial"/>
              </a:defRPr>
            </a:lvl1pPr>
            <a:lvl2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2pPr>
            <a:lvl3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3pPr>
            <a:lvl4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4pPr>
            <a:lvl5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nl-NL" dirty="0"/>
              <a:t>[titel]</a:t>
            </a:r>
          </a:p>
        </p:txBody>
      </p:sp>
      <p:sp>
        <p:nvSpPr>
          <p:cNvPr id="12" name="Tijdelijke aanduiding voor tekst 3"/>
          <p:cNvSpPr>
            <a:spLocks noGrp="1"/>
          </p:cNvSpPr>
          <p:nvPr>
            <p:ph type="body" sz="quarter" idx="21" hasCustomPrompt="1"/>
          </p:nvPr>
        </p:nvSpPr>
        <p:spPr>
          <a:xfrm>
            <a:off x="8161200" y="1620449"/>
            <a:ext cx="3240000" cy="84561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marR="0" indent="0" algn="ctr" defTabSz="91257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rgbClr val="10264E"/>
                </a:solidFill>
                <a:latin typeface="Arial"/>
                <a:cs typeface="Arial"/>
              </a:defRPr>
            </a:lvl1pPr>
            <a:lvl2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2pPr>
            <a:lvl3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3pPr>
            <a:lvl4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4pPr>
            <a:lvl5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nl-NL" dirty="0"/>
              <a:t>[titel]</a:t>
            </a: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9F653371-7DF9-43F3-A744-BB311A26AD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9715" b="40737"/>
          <a:stretch/>
        </p:blipFill>
        <p:spPr>
          <a:xfrm>
            <a:off x="0" y="0"/>
            <a:ext cx="856343" cy="84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20332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en voorstellen ..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7"/>
          <p:cNvSpPr>
            <a:spLocks noGrp="1"/>
          </p:cNvSpPr>
          <p:nvPr>
            <p:ph type="pic" sz="quarter" idx="18" hasCustomPrompt="1"/>
          </p:nvPr>
        </p:nvSpPr>
        <p:spPr>
          <a:xfrm>
            <a:off x="2799762" y="0"/>
            <a:ext cx="9392245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 algn="ctr">
              <a:buNone/>
              <a:defRPr sz="1877">
                <a:latin typeface="Arial"/>
                <a:cs typeface="Arial"/>
              </a:defRPr>
            </a:lvl1pPr>
          </a:lstStyle>
          <a:p>
            <a:r>
              <a:rPr lang="nl-NL"/>
              <a:t>   afbeelding </a:t>
            </a:r>
          </a:p>
        </p:txBody>
      </p:sp>
      <p:sp>
        <p:nvSpPr>
          <p:cNvPr id="9" name="Tijdelijke aanduiding voor tekst 3"/>
          <p:cNvSpPr>
            <a:spLocks noGrp="1"/>
          </p:cNvSpPr>
          <p:nvPr>
            <p:ph type="body" sz="quarter" idx="19" hasCustomPrompt="1"/>
          </p:nvPr>
        </p:nvSpPr>
        <p:spPr>
          <a:xfrm>
            <a:off x="792000" y="1600664"/>
            <a:ext cx="4320000" cy="521521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91257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347" b="1">
                <a:solidFill>
                  <a:srgbClr val="10264E"/>
                </a:solidFill>
                <a:latin typeface="Arial"/>
                <a:cs typeface="Arial"/>
              </a:defRPr>
            </a:lvl1pPr>
            <a:lvl2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2pPr>
            <a:lvl3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3pPr>
            <a:lvl4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4pPr>
            <a:lvl5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nl-NL" dirty="0"/>
              <a:t>[functie]</a:t>
            </a:r>
          </a:p>
        </p:txBody>
      </p:sp>
      <p:sp>
        <p:nvSpPr>
          <p:cNvPr id="11" name="Tijdelijke aanduiding voor tekst 3"/>
          <p:cNvSpPr>
            <a:spLocks noGrp="1"/>
          </p:cNvSpPr>
          <p:nvPr>
            <p:ph type="body" sz="quarter" idx="28" hasCustomPrompt="1"/>
          </p:nvPr>
        </p:nvSpPr>
        <p:spPr>
          <a:xfrm>
            <a:off x="792000" y="2122185"/>
            <a:ext cx="4320000" cy="464603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91257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77" b="0">
                <a:solidFill>
                  <a:srgbClr val="10264E"/>
                </a:solidFill>
                <a:latin typeface="Arial"/>
                <a:cs typeface="Arial"/>
              </a:defRPr>
            </a:lvl1pPr>
            <a:lvl2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2pPr>
            <a:lvl3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3pPr>
            <a:lvl4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4pPr>
            <a:lvl5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nl-NL" dirty="0"/>
              <a:t>[e-mailadres]</a:t>
            </a: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2C5E712C-5496-4582-9FCF-C3F14CF788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600" y="5864400"/>
            <a:ext cx="1548000" cy="464603"/>
          </a:xfrm>
          <a:prstGeom prst="rect">
            <a:avLst/>
          </a:pr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1C6EC026-02AE-43ED-B54C-523EEAEF44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000" y="720000"/>
            <a:ext cx="9864000" cy="837122"/>
          </a:xfrm>
        </p:spPr>
        <p:txBody>
          <a:bodyPr/>
          <a:lstStyle>
            <a:lvl1pPr>
              <a:defRPr/>
            </a:lvl1pPr>
          </a:lstStyle>
          <a:p>
            <a:r>
              <a:rPr lang="nl-NL" dirty="0"/>
              <a:t>[naam]</a:t>
            </a:r>
          </a:p>
        </p:txBody>
      </p:sp>
      <p:sp>
        <p:nvSpPr>
          <p:cNvPr id="15" name="Tijdelijke aanduiding voor tekst 3">
            <a:extLst>
              <a:ext uri="{FF2B5EF4-FFF2-40B4-BE49-F238E27FC236}">
                <a16:creationId xmlns:a16="http://schemas.microsoft.com/office/drawing/2014/main" id="{6CFA03C9-356F-461D-84CC-49E7736E59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92000" y="2586788"/>
            <a:ext cx="4320000" cy="1771509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91257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77" b="0">
                <a:solidFill>
                  <a:srgbClr val="10264E"/>
                </a:solidFill>
                <a:latin typeface="Arial"/>
                <a:cs typeface="Arial"/>
              </a:defRPr>
            </a:lvl1pPr>
            <a:lvl2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2pPr>
            <a:lvl3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3pPr>
            <a:lvl4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4pPr>
            <a:lvl5pPr marL="287224" indent="-287224">
              <a:lnSpc>
                <a:spcPts val="4224"/>
              </a:lnSpc>
              <a:spcBef>
                <a:spcPts val="0"/>
              </a:spcBef>
              <a:defRPr sz="2347">
                <a:solidFill>
                  <a:srgbClr val="10264E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nl-NL" dirty="0"/>
              <a:t>[andere contactinfo, b.v. LinkedIn]</a:t>
            </a:r>
          </a:p>
        </p:txBody>
      </p:sp>
    </p:spTree>
    <p:extLst>
      <p:ext uri="{BB962C8B-B14F-4D97-AF65-F5344CB8AC3E}">
        <p14:creationId xmlns:p14="http://schemas.microsoft.com/office/powerpoint/2010/main" val="370798966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media 2"/>
          <p:cNvSpPr>
            <a:spLocks noGrp="1"/>
          </p:cNvSpPr>
          <p:nvPr>
            <p:ph type="media" sz="quarter" idx="12"/>
          </p:nvPr>
        </p:nvSpPr>
        <p:spPr>
          <a:xfrm>
            <a:off x="8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media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8523830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5F53FA-EE09-4A0C-92EE-E4B8A636A5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2000" y="1324801"/>
            <a:ext cx="6861600" cy="2358200"/>
          </a:xfrm>
        </p:spPr>
        <p:txBody>
          <a:bodyPr anchor="t" anchorCtr="0"/>
          <a:lstStyle>
            <a:lvl1pPr>
              <a:defRPr sz="47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[hoofdstuktitel]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4959B75-7C22-46B5-B30C-BC3F15F3583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92000" y="3894246"/>
            <a:ext cx="6861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[ondertitel of toelichting]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FF806D8B-5DD1-4AC8-881B-942EAB79FC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362" y="4334037"/>
            <a:ext cx="2566638" cy="2523963"/>
          </a:xfrm>
          <a:prstGeom prst="rect">
            <a:avLst/>
          </a:prstGeom>
        </p:spPr>
      </p:pic>
      <p:pic>
        <p:nvPicPr>
          <p:cNvPr id="9" name="Afbeelding 8" descr="Afbeelding met tekst, kruiswoordpuzzel&#10;&#10;Beschrijving is gegenereerd met hoge betrouwbaarheid">
            <a:extLst>
              <a:ext uri="{FF2B5EF4-FFF2-40B4-BE49-F238E27FC236}">
                <a16:creationId xmlns:a16="http://schemas.microsoft.com/office/drawing/2014/main" id="{780794D5-73D1-4667-A8F7-1FFB0EDB22F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0" y="891306"/>
            <a:ext cx="266699" cy="22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86469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251F923-90BC-40F3-8BDA-DB17BAC4C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1743731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ige driehoek 4">
            <a:extLst>
              <a:ext uri="{FF2B5EF4-FFF2-40B4-BE49-F238E27FC236}">
                <a16:creationId xmlns:a16="http://schemas.microsoft.com/office/drawing/2014/main" id="{7B950D76-FDB9-4D4D-8E5F-9E36F651D41E}"/>
              </a:ext>
            </a:extLst>
          </p:cNvPr>
          <p:cNvSpPr/>
          <p:nvPr userDrawn="1"/>
        </p:nvSpPr>
        <p:spPr>
          <a:xfrm rot="5400000">
            <a:off x="11400000" y="6066000"/>
            <a:ext cx="792000" cy="7920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Rechthoekige driehoek 2">
            <a:extLst>
              <a:ext uri="{FF2B5EF4-FFF2-40B4-BE49-F238E27FC236}">
                <a16:creationId xmlns:a16="http://schemas.microsoft.com/office/drawing/2014/main" id="{095CAFC6-5277-4CDE-9614-4E898AC231F9}"/>
              </a:ext>
            </a:extLst>
          </p:cNvPr>
          <p:cNvSpPr/>
          <p:nvPr userDrawn="1"/>
        </p:nvSpPr>
        <p:spPr>
          <a:xfrm rot="16200000">
            <a:off x="0" y="6066000"/>
            <a:ext cx="792000" cy="7920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34050CDE-221E-4E1C-8123-F90126286791}"/>
              </a:ext>
            </a:extLst>
          </p:cNvPr>
          <p:cNvSpPr/>
          <p:nvPr userDrawn="1"/>
        </p:nvSpPr>
        <p:spPr>
          <a:xfrm>
            <a:off x="11400000" y="606600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634328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fsluitgroe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69BFDD44-2866-4BB8-BAB3-956F9C108E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25362" y="4334037"/>
            <a:ext cx="2566638" cy="2523963"/>
          </a:xfrm>
          <a:prstGeom prst="rect">
            <a:avLst/>
          </a:prstGeom>
        </p:spPr>
      </p:pic>
      <p:pic>
        <p:nvPicPr>
          <p:cNvPr id="24" name="Afbeelding 23">
            <a:extLst>
              <a:ext uri="{FF2B5EF4-FFF2-40B4-BE49-F238E27FC236}">
                <a16:creationId xmlns:a16="http://schemas.microsoft.com/office/drawing/2014/main" id="{74C25534-E1F7-408F-971A-A92512CE123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0" y="5257800"/>
            <a:ext cx="3534451" cy="1081088"/>
          </a:xfrm>
          <a:prstGeom prst="rect">
            <a:avLst/>
          </a:prstGeom>
        </p:spPr>
      </p:pic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05F27743-4FBD-454F-B003-399F0DD3C9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2000" y="1203770"/>
            <a:ext cx="7797800" cy="1694004"/>
          </a:xfrm>
        </p:spPr>
        <p:txBody>
          <a:bodyPr>
            <a:normAutofit/>
          </a:bodyPr>
          <a:lstStyle>
            <a:lvl1pPr marL="0" indent="0">
              <a:lnSpc>
                <a:spcPct val="105000"/>
              </a:lnSpc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[afsluitgroet]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322CD84B-886E-4595-BFBC-7504B9A0CE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2000" y="3588345"/>
            <a:ext cx="4800600" cy="10810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[contactgegevens]</a:t>
            </a:r>
          </a:p>
        </p:txBody>
      </p:sp>
    </p:spTree>
    <p:extLst>
      <p:ext uri="{BB962C8B-B14F-4D97-AF65-F5344CB8AC3E}">
        <p14:creationId xmlns:p14="http://schemas.microsoft.com/office/powerpoint/2010/main" val="34252477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i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AC0D48FD-529E-4A93-8565-3D666AA793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122" y="2997593"/>
            <a:ext cx="2823757" cy="86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1010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ustom met tekstoptie (leeg)">
  <p:cSld name="Custom met tekstoptie (leeg)">
    <p:bg>
      <p:bgPr>
        <a:solidFill>
          <a:srgbClr val="FFFFFF">
            <a:alpha val="96470"/>
          </a:srgbClr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223881" y="254469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tabLst/>
              <a:defRPr/>
            </a:pPr>
            <a:fld id="{00000000-1234-1234-1234-123412341234}" type="slidenum"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Rockwell"/>
                <a:sym typeface="Rockwel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000"/>
                <a:buFont typeface="Rockwell"/>
                <a:buNone/>
                <a:tabLst/>
                <a:defRPr/>
              </a:pPr>
              <a:t>‹#›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Rockwell"/>
              <a:sym typeface="Rockwell"/>
            </a:endParaRPr>
          </a:p>
        </p:txBody>
      </p:sp>
    </p:spTree>
    <p:extLst>
      <p:ext uri="{BB962C8B-B14F-4D97-AF65-F5344CB8AC3E}">
        <p14:creationId xmlns:p14="http://schemas.microsoft.com/office/powerpoint/2010/main" val="427687801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Google Shape;81;p6"/>
            <p:cNvSpPr/>
            <p:nvPr/>
          </p:nvSpPr>
          <p:spPr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l" t="t" r="r" b="b"/>
              <a:pathLst>
                <a:path w="2038" h="1169" extrusionOk="0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2" name="Google Shape;82;p6"/>
            <p:cNvSpPr/>
            <p:nvPr/>
          </p:nvSpPr>
          <p:spPr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l" t="t" r="r" b="b"/>
              <a:pathLst>
                <a:path w="1549" h="1017" extrusionOk="0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3" name="Google Shape;83;p6"/>
            <p:cNvSpPr/>
            <p:nvPr/>
          </p:nvSpPr>
          <p:spPr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l" t="t" r="r" b="b"/>
              <a:pathLst>
                <a:path w="1688" h="1066" extrusionOk="0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4" name="Google Shape;84;p6"/>
            <p:cNvSpPr/>
            <p:nvPr/>
          </p:nvSpPr>
          <p:spPr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l" t="t" r="r" b="b"/>
              <a:pathLst>
                <a:path w="2171" h="1326" extrusionOk="0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5" name="Google Shape;85;p6"/>
            <p:cNvSpPr/>
            <p:nvPr/>
          </p:nvSpPr>
          <p:spPr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l" t="t" r="r" b="b"/>
              <a:pathLst>
                <a:path w="106" h="143" extrusionOk="0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6" name="Google Shape;86;p6"/>
            <p:cNvSpPr/>
            <p:nvPr/>
          </p:nvSpPr>
          <p:spPr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l" t="t" r="r" b="b"/>
              <a:pathLst>
                <a:path w="2330" h="1452" extrusionOk="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7" name="Google Shape;87;p6"/>
            <p:cNvSpPr/>
            <p:nvPr/>
          </p:nvSpPr>
          <p:spPr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l" t="t" r="r" b="b"/>
              <a:pathLst>
                <a:path w="1216" h="1436" extrusionOk="0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l" t="t" r="r" b="b"/>
              <a:pathLst>
                <a:path w="222" h="129" extrusionOk="0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l" t="t" r="r" b="b"/>
              <a:pathLst>
                <a:path w="1174" h="1440" extrusionOk="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0" name="Google Shape;90;p6"/>
            <p:cNvSpPr/>
            <p:nvPr/>
          </p:nvSpPr>
          <p:spPr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l" t="t" r="r" b="b"/>
              <a:pathLst>
                <a:path w="125" h="74" extrusionOk="0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1" name="Google Shape;91;p6"/>
            <p:cNvSpPr/>
            <p:nvPr/>
          </p:nvSpPr>
          <p:spPr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l" t="t" r="r" b="b"/>
              <a:pathLst>
                <a:path w="1155" h="1440" extrusionOk="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 cmpd="sng">
              <a:solidFill>
                <a:schemeClr val="dk1">
                  <a:alpha val="20000"/>
                </a:schemeClr>
              </a:solidFill>
              <a:prstDash val="dashDot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2" name="Google Shape;92;p6"/>
            <p:cNvSpPr/>
            <p:nvPr/>
          </p:nvSpPr>
          <p:spPr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l" t="t" r="r" b="b"/>
              <a:pathLst>
                <a:path w="75" h="45" extrusionOk="0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 cmpd="sng">
              <a:solidFill>
                <a:schemeClr val="dk1">
                  <a:alpha val="20000"/>
                </a:schemeClr>
              </a:solidFill>
              <a:prstDash val="dashDot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3" name="Google Shape;93;p6"/>
            <p:cNvSpPr/>
            <p:nvPr/>
          </p:nvSpPr>
          <p:spPr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l" t="t" r="r" b="b"/>
              <a:pathLst>
                <a:path w="1160" h="1441" extrusionOk="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4" name="Google Shape;94;p6"/>
            <p:cNvSpPr/>
            <p:nvPr/>
          </p:nvSpPr>
          <p:spPr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l" t="t" r="r" b="b"/>
              <a:pathLst>
                <a:path w="1137" h="1440" extrusionOk="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5" name="Google Shape;95;p6"/>
            <p:cNvSpPr/>
            <p:nvPr/>
          </p:nvSpPr>
          <p:spPr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l" t="t" r="r" b="b"/>
              <a:pathLst>
                <a:path w="1058" h="1439" extrusionOk="0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6" name="Google Shape;96;p6"/>
            <p:cNvSpPr/>
            <p:nvPr/>
          </p:nvSpPr>
          <p:spPr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l" t="t" r="r" b="b"/>
              <a:pathLst>
                <a:path w="718" h="575" extrusionOk="0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7" name="Google Shape;97;p6"/>
            <p:cNvSpPr/>
            <p:nvPr/>
          </p:nvSpPr>
          <p:spPr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l" t="t" r="r" b="b"/>
              <a:pathLst>
                <a:path w="620" h="536" extrusionOk="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8" name="Google Shape;98;p6"/>
            <p:cNvSpPr/>
            <p:nvPr/>
          </p:nvSpPr>
          <p:spPr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l" t="t" r="r" b="b"/>
              <a:pathLst>
                <a:path w="455" h="285" extrusionOk="0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l" t="t" r="r" b="b"/>
              <a:pathLst>
                <a:path w="188" h="112" extrusionOk="0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00" name="Google Shape;100;p6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101" name="Google Shape;101;p6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6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04" name="Google Shape;104;p6"/>
          <p:cNvSpPr txBox="1"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228600" rIns="228600" bIns="0" anchor="b" anchorCtr="0">
            <a:noAutofit/>
          </a:bodyPr>
          <a:lstStyle>
            <a:lvl1pPr marR="0" lvl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FFFE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5" name="Google Shape;105;p6"/>
          <p:cNvSpPr txBox="1"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marR="0" lvl="0" indent="-22860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80"/>
              <a:buFont typeface="Noto Sans Symbols"/>
              <a:buNone/>
              <a:defRPr sz="1800" b="0" i="0" u="none" strike="noStrike" cap="none">
                <a:solidFill>
                  <a:srgbClr val="FFFE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9144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980"/>
              <a:buFont typeface="Noto Sans Symbols"/>
              <a:buNone/>
              <a:defRPr sz="18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1371600" marR="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980"/>
              <a:buFont typeface="Noto Sans Symbols"/>
              <a:buNone/>
              <a:defRPr sz="18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1828800" marR="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  <a:defRPr sz="16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2286000" marR="0" lvl="4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  <a:defRPr sz="16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2743200" marR="0" lvl="5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  <a:defRPr sz="16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3200400" marR="0" lvl="6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  <a:defRPr sz="16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3657600" marR="0" lvl="7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  <a:defRPr sz="16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4114800" marR="0" lvl="8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  <a:defRPr sz="16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sp>
        <p:nvSpPr>
          <p:cNvPr id="106" name="Google Shape;106;p6"/>
          <p:cNvSpPr txBox="1">
            <a:spLocks noGrp="1"/>
          </p:cNvSpPr>
          <p:nvPr>
            <p:ph type="dt" idx="10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tabLst/>
              <a:defRPr/>
            </a:pP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Rockwell"/>
              <a:sym typeface="Rockwell"/>
            </a:endParaRPr>
          </a:p>
        </p:txBody>
      </p:sp>
      <p:sp>
        <p:nvSpPr>
          <p:cNvPr id="107" name="Google Shape;107;p6"/>
          <p:cNvSpPr txBox="1">
            <a:spLocks noGrp="1"/>
          </p:cNvSpPr>
          <p:nvPr>
            <p:ph type="ftr" idx="11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tabLst/>
              <a:defRPr/>
            </a:pP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Rockwell"/>
              <a:sym typeface="Rockwell"/>
            </a:endParaRPr>
          </a:p>
        </p:txBody>
      </p:sp>
      <p:sp>
        <p:nvSpPr>
          <p:cNvPr id="108" name="Google Shape;108;p6"/>
          <p:cNvSpPr txBox="1">
            <a:spLocks noGrp="1"/>
          </p:cNvSpPr>
          <p:nvPr>
            <p:ph type="sldNum" idx="12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tabLst/>
              <a:defRPr/>
            </a:pPr>
            <a:fld id="{00000000-1234-1234-1234-123412341234}" type="slidenum"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Rockwell"/>
                <a:sym typeface="Rockwel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000"/>
                <a:buFont typeface="Rockwell"/>
                <a:buNone/>
                <a:tabLst/>
                <a:defRPr/>
              </a:pPr>
              <a:t>‹#›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Rockwell"/>
              <a:sym typeface="Rockwell"/>
            </a:endParaRPr>
          </a:p>
        </p:txBody>
      </p:sp>
    </p:spTree>
    <p:extLst>
      <p:ext uri="{BB962C8B-B14F-4D97-AF65-F5344CB8AC3E}">
        <p14:creationId xmlns:p14="http://schemas.microsoft.com/office/powerpoint/2010/main" val="215865351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7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1" name="Google Shape;111;p7"/>
            <p:cNvSpPr/>
            <p:nvPr/>
          </p:nvSpPr>
          <p:spPr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l" t="t" r="r" b="b"/>
              <a:pathLst>
                <a:path w="813" h="1440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7"/>
            <p:cNvSpPr/>
            <p:nvPr/>
          </p:nvSpPr>
          <p:spPr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l" t="t" r="r" b="b"/>
              <a:pathLst>
                <a:path w="324" h="117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7"/>
            <p:cNvSpPr/>
            <p:nvPr/>
          </p:nvSpPr>
          <p:spPr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l" t="t" r="r" b="b"/>
              <a:pathLst>
                <a:path w="404" h="385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7"/>
            <p:cNvSpPr/>
            <p:nvPr/>
          </p:nvSpPr>
          <p:spPr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l" t="t" r="r" b="b"/>
              <a:pathLst>
                <a:path w="774" h="1440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7"/>
            <p:cNvSpPr/>
            <p:nvPr/>
          </p:nvSpPr>
          <p:spPr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l" t="t" r="r" b="b"/>
              <a:pathLst>
                <a:path w="203" h="77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7"/>
            <p:cNvSpPr/>
            <p:nvPr/>
          </p:nvSpPr>
          <p:spPr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l" t="t" r="r" b="b"/>
              <a:pathLst>
                <a:path w="351" h="332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7"/>
            <p:cNvSpPr/>
            <p:nvPr/>
          </p:nvSpPr>
          <p:spPr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l" t="t" r="r" b="b"/>
              <a:pathLst>
                <a:path w="762" h="1440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7"/>
            <p:cNvSpPr/>
            <p:nvPr/>
          </p:nvSpPr>
          <p:spPr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l" t="t" r="r" b="b"/>
              <a:pathLst>
                <a:path w="140" h="54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7"/>
            <p:cNvSpPr/>
            <p:nvPr/>
          </p:nvSpPr>
          <p:spPr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l" t="t" r="r" b="b"/>
              <a:pathLst>
                <a:path w="321" h="302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7"/>
            <p:cNvSpPr/>
            <p:nvPr/>
          </p:nvSpPr>
          <p:spPr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l" t="t" r="r" b="b"/>
              <a:pathLst>
                <a:path w="683" h="1440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l" t="t" r="r" b="b"/>
              <a:pathLst>
                <a:path w="287" h="279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7"/>
            <p:cNvSpPr/>
            <p:nvPr/>
          </p:nvSpPr>
          <p:spPr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l" t="t" r="r" b="b"/>
              <a:pathLst>
                <a:path w="680" h="1440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7"/>
            <p:cNvSpPr/>
            <p:nvPr/>
          </p:nvSpPr>
          <p:spPr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l" t="t" r="r" b="b"/>
              <a:pathLst>
                <a:path w="250" h="242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7"/>
            <p:cNvSpPr/>
            <p:nvPr/>
          </p:nvSpPr>
          <p:spPr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l" t="t" r="r" b="b"/>
              <a:pathLst>
                <a:path w="720" h="1440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7"/>
            <p:cNvSpPr/>
            <p:nvPr/>
          </p:nvSpPr>
          <p:spPr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l" t="t" r="r" b="b"/>
              <a:pathLst>
                <a:path w="185" h="167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7"/>
            <p:cNvSpPr/>
            <p:nvPr/>
          </p:nvSpPr>
          <p:spPr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l" t="t" r="r" b="b"/>
              <a:pathLst>
                <a:path w="572" h="1440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 cmpd="sng">
              <a:solidFill>
                <a:schemeClr val="dk1">
                  <a:alpha val="20000"/>
                </a:schemeClr>
              </a:solidFill>
              <a:prstDash val="dashDot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7"/>
            <p:cNvSpPr/>
            <p:nvPr/>
          </p:nvSpPr>
          <p:spPr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l" t="t" r="r" b="b"/>
              <a:pathLst>
                <a:path w="620" h="1440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lg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7"/>
            <p:cNvSpPr/>
            <p:nvPr/>
          </p:nvSpPr>
          <p:spPr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l" t="t" r="r" b="b"/>
              <a:pathLst>
                <a:path w="506" h="1440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l" t="t" r="r" b="b"/>
              <a:pathLst>
                <a:path w="373" h="673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l" t="t" r="r" b="b"/>
              <a:pathLst>
                <a:path w="45" h="174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7"/>
            <p:cNvSpPr/>
            <p:nvPr/>
          </p:nvSpPr>
          <p:spPr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l" t="t" r="r" b="b"/>
              <a:pathLst>
                <a:path w="329" h="469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32" name="Google Shape;132;p7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133" name="Google Shape;133;p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7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36" name="Google Shape;136;p7"/>
          <p:cNvSpPr txBox="1"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000"/>
              <a:buFont typeface="Calibri"/>
              <a:buNone/>
              <a:defRPr sz="4000" b="0" i="0" u="none" strike="noStrike" cap="none">
                <a:solidFill>
                  <a:srgbClr val="FFFE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7" name="Google Shape;137;p7"/>
          <p:cNvSpPr txBox="1">
            <a:spLocks noGrp="1"/>
          </p:cNvSpPr>
          <p:nvPr>
            <p:ph type="body" idx="1"/>
          </p:nvPr>
        </p:nvSpPr>
        <p:spPr>
          <a:xfrm>
            <a:off x="5120878" y="803187"/>
            <a:ext cx="6269591" cy="238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433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8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914400" marR="0" lvl="1" indent="-34036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1371600" marR="0" lvl="2" indent="-326389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4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1828800" marR="0" lvl="3" indent="-312419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2286000" marR="0" lvl="4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2743200" marR="0" lvl="5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3200400" marR="0" lvl="6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3657600" marR="0" lvl="7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4114800" marR="0" lvl="8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body" idx="2"/>
          </p:nvPr>
        </p:nvSpPr>
        <p:spPr>
          <a:xfrm>
            <a:off x="5118447" y="3672162"/>
            <a:ext cx="6272022" cy="2383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433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8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914400" marR="0" lvl="1" indent="-34036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1371600" marR="0" lvl="2" indent="-326389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4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1828800" marR="0" lvl="3" indent="-312419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2286000" marR="0" lvl="4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2743200" marR="0" lvl="5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3200400" marR="0" lvl="6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3657600" marR="0" lvl="7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4114800" marR="0" lvl="8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sp>
        <p:nvSpPr>
          <p:cNvPr id="139" name="Google Shape;139;p7"/>
          <p:cNvSpPr txBox="1">
            <a:spLocks noGrp="1"/>
          </p:cNvSpPr>
          <p:nvPr>
            <p:ph type="dt" idx="10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tabLst/>
              <a:defRPr/>
            </a:pP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Rockwell"/>
              <a:sym typeface="Rockwell"/>
            </a:endParaRPr>
          </a:p>
        </p:txBody>
      </p:sp>
      <p:sp>
        <p:nvSpPr>
          <p:cNvPr id="140" name="Google Shape;140;p7"/>
          <p:cNvSpPr txBox="1">
            <a:spLocks noGrp="1"/>
          </p:cNvSpPr>
          <p:nvPr>
            <p:ph type="ftr" idx="11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tabLst/>
              <a:defRPr/>
            </a:pP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Rockwell"/>
              <a:sym typeface="Rockwell"/>
            </a:endParaRPr>
          </a:p>
        </p:txBody>
      </p:sp>
      <p:sp>
        <p:nvSpPr>
          <p:cNvPr id="141" name="Google Shape;141;p7"/>
          <p:cNvSpPr txBox="1">
            <a:spLocks noGrp="1"/>
          </p:cNvSpPr>
          <p:nvPr>
            <p:ph type="sldNum" idx="12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tabLst/>
              <a:defRPr/>
            </a:pPr>
            <a:fld id="{00000000-1234-1234-1234-123412341234}" type="slidenum"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Rockwell"/>
                <a:sym typeface="Rockwel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000"/>
                <a:buFont typeface="Rockwell"/>
                <a:buNone/>
                <a:tabLst/>
                <a:defRPr/>
              </a:pPr>
              <a:t>‹#›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Rockwell"/>
              <a:sym typeface="Rockwell"/>
            </a:endParaRPr>
          </a:p>
        </p:txBody>
      </p:sp>
    </p:spTree>
    <p:extLst>
      <p:ext uri="{BB962C8B-B14F-4D97-AF65-F5344CB8AC3E}">
        <p14:creationId xmlns:p14="http://schemas.microsoft.com/office/powerpoint/2010/main" val="36252302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44" name="Google Shape;144;p8"/>
            <p:cNvSpPr/>
            <p:nvPr/>
          </p:nvSpPr>
          <p:spPr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l" t="t" r="r" b="b"/>
              <a:pathLst>
                <a:path w="813" h="1440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8"/>
            <p:cNvSpPr/>
            <p:nvPr/>
          </p:nvSpPr>
          <p:spPr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l" t="t" r="r" b="b"/>
              <a:pathLst>
                <a:path w="324" h="117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8"/>
            <p:cNvSpPr/>
            <p:nvPr/>
          </p:nvSpPr>
          <p:spPr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l" t="t" r="r" b="b"/>
              <a:pathLst>
                <a:path w="404" h="385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8"/>
            <p:cNvSpPr/>
            <p:nvPr/>
          </p:nvSpPr>
          <p:spPr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l" t="t" r="r" b="b"/>
              <a:pathLst>
                <a:path w="774" h="1440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8"/>
            <p:cNvSpPr/>
            <p:nvPr/>
          </p:nvSpPr>
          <p:spPr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l" t="t" r="r" b="b"/>
              <a:pathLst>
                <a:path w="203" h="77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l" t="t" r="r" b="b"/>
              <a:pathLst>
                <a:path w="351" h="332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8"/>
            <p:cNvSpPr/>
            <p:nvPr/>
          </p:nvSpPr>
          <p:spPr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l" t="t" r="r" b="b"/>
              <a:pathLst>
                <a:path w="762" h="1440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8"/>
            <p:cNvSpPr/>
            <p:nvPr/>
          </p:nvSpPr>
          <p:spPr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l" t="t" r="r" b="b"/>
              <a:pathLst>
                <a:path w="140" h="54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l" t="t" r="r" b="b"/>
              <a:pathLst>
                <a:path w="321" h="302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l" t="t" r="r" b="b"/>
              <a:pathLst>
                <a:path w="683" h="1440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8"/>
            <p:cNvSpPr/>
            <p:nvPr/>
          </p:nvSpPr>
          <p:spPr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l" t="t" r="r" b="b"/>
              <a:pathLst>
                <a:path w="287" h="279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8"/>
            <p:cNvSpPr/>
            <p:nvPr/>
          </p:nvSpPr>
          <p:spPr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l" t="t" r="r" b="b"/>
              <a:pathLst>
                <a:path w="680" h="1440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l" t="t" r="r" b="b"/>
              <a:pathLst>
                <a:path w="250" h="242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l" t="t" r="r" b="b"/>
              <a:pathLst>
                <a:path w="720" h="1440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l" t="t" r="r" b="b"/>
              <a:pathLst>
                <a:path w="185" h="167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8"/>
            <p:cNvSpPr/>
            <p:nvPr/>
          </p:nvSpPr>
          <p:spPr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l" t="t" r="r" b="b"/>
              <a:pathLst>
                <a:path w="572" h="1440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 cmpd="sng">
              <a:solidFill>
                <a:schemeClr val="dk1">
                  <a:alpha val="20000"/>
                </a:schemeClr>
              </a:solidFill>
              <a:prstDash val="dashDot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l" t="t" r="r" b="b"/>
              <a:pathLst>
                <a:path w="620" h="1440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lg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8"/>
            <p:cNvSpPr/>
            <p:nvPr/>
          </p:nvSpPr>
          <p:spPr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l" t="t" r="r" b="b"/>
              <a:pathLst>
                <a:path w="506" h="1440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8"/>
            <p:cNvSpPr/>
            <p:nvPr/>
          </p:nvSpPr>
          <p:spPr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l" t="t" r="r" b="b"/>
              <a:pathLst>
                <a:path w="373" h="673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l" t="t" r="r" b="b"/>
              <a:pathLst>
                <a:path w="45" h="174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l" t="t" r="r" b="b"/>
              <a:pathLst>
                <a:path w="329" h="469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65" name="Google Shape;165;p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166" name="Google Shape;166;p8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8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69" name="Google Shape;169;p8"/>
          <p:cNvSpPr txBox="1"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000"/>
              <a:buFont typeface="Calibri"/>
              <a:buNone/>
              <a:defRPr sz="4000" b="0" i="0" u="none" strike="noStrike" cap="none">
                <a:solidFill>
                  <a:srgbClr val="FFFE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0" name="Google Shape;170;p8"/>
          <p:cNvSpPr txBox="1"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20"/>
              <a:buFont typeface="Noto Sans Symbols"/>
              <a:buNone/>
              <a:defRPr sz="2200" b="0" i="0" u="none" strike="noStrike" cap="none">
                <a:solidFill>
                  <a:schemeClr val="accen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9144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None/>
              <a:defRPr sz="20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1371600" marR="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980"/>
              <a:buFont typeface="Noto Sans Symbols"/>
              <a:buNone/>
              <a:defRPr sz="18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1828800" marR="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2286000" marR="0" lvl="4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2743200" marR="0" lvl="5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3200400" marR="0" lvl="6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3657600" marR="0" lvl="7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4114800" marR="0" lvl="8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sp>
        <p:nvSpPr>
          <p:cNvPr id="171" name="Google Shape;171;p8"/>
          <p:cNvSpPr txBox="1">
            <a:spLocks noGrp="1"/>
          </p:cNvSpPr>
          <p:nvPr>
            <p:ph type="body" idx="2"/>
          </p:nvPr>
        </p:nvSpPr>
        <p:spPr>
          <a:xfrm>
            <a:off x="5125305" y="1488985"/>
            <a:ext cx="6264350" cy="1696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433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8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914400" marR="0" lvl="1" indent="-34036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1371600" marR="0" lvl="2" indent="-326389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4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1828800" marR="0" lvl="3" indent="-312419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2286000" marR="0" lvl="4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2743200" marR="0" lvl="5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3200400" marR="0" lvl="6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3657600" marR="0" lvl="7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4114800" marR="0" lvl="8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sp>
        <p:nvSpPr>
          <p:cNvPr id="172" name="Google Shape;172;p8"/>
          <p:cNvSpPr txBox="1">
            <a:spLocks noGrp="1"/>
          </p:cNvSpPr>
          <p:nvPr>
            <p:ph type="body" idx="3"/>
          </p:nvPr>
        </p:nvSpPr>
        <p:spPr>
          <a:xfrm>
            <a:off x="5118653" y="3665887"/>
            <a:ext cx="6264414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20"/>
              <a:buFont typeface="Noto Sans Symbols"/>
              <a:buNone/>
              <a:defRPr sz="2200" b="0" i="0" u="none" strike="noStrike" cap="none">
                <a:solidFill>
                  <a:schemeClr val="accen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9144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None/>
              <a:defRPr sz="20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1371600" marR="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980"/>
              <a:buFont typeface="Noto Sans Symbols"/>
              <a:buNone/>
              <a:defRPr sz="18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1828800" marR="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2286000" marR="0" lvl="4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2743200" marR="0" lvl="5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3200400" marR="0" lvl="6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3657600" marR="0" lvl="7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4114800" marR="0" lvl="8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sp>
        <p:nvSpPr>
          <p:cNvPr id="173" name="Google Shape;173;p8"/>
          <p:cNvSpPr txBox="1">
            <a:spLocks noGrp="1"/>
          </p:cNvSpPr>
          <p:nvPr>
            <p:ph type="body" idx="4"/>
          </p:nvPr>
        </p:nvSpPr>
        <p:spPr>
          <a:xfrm>
            <a:off x="5118447" y="4351687"/>
            <a:ext cx="6265588" cy="1704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433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8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914400" marR="0" lvl="1" indent="-34036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1371600" marR="0" lvl="2" indent="-326389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4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1828800" marR="0" lvl="3" indent="-312419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2286000" marR="0" lvl="4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2743200" marR="0" lvl="5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3200400" marR="0" lvl="6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3657600" marR="0" lvl="7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4114800" marR="0" lvl="8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sp>
        <p:nvSpPr>
          <p:cNvPr id="174" name="Google Shape;174;p8"/>
          <p:cNvSpPr txBox="1">
            <a:spLocks noGrp="1"/>
          </p:cNvSpPr>
          <p:nvPr>
            <p:ph type="dt" idx="10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tabLst/>
              <a:defRPr/>
            </a:pP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Rockwell"/>
              <a:sym typeface="Rockwell"/>
            </a:endParaRPr>
          </a:p>
        </p:txBody>
      </p:sp>
      <p:sp>
        <p:nvSpPr>
          <p:cNvPr id="175" name="Google Shape;175;p8"/>
          <p:cNvSpPr txBox="1">
            <a:spLocks noGrp="1"/>
          </p:cNvSpPr>
          <p:nvPr>
            <p:ph type="ftr" idx="11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tabLst/>
              <a:defRPr/>
            </a:pP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Rockwell"/>
              <a:sym typeface="Rockwell"/>
            </a:endParaRPr>
          </a:p>
        </p:txBody>
      </p:sp>
      <p:sp>
        <p:nvSpPr>
          <p:cNvPr id="176" name="Google Shape;176;p8"/>
          <p:cNvSpPr txBox="1">
            <a:spLocks noGrp="1"/>
          </p:cNvSpPr>
          <p:nvPr>
            <p:ph type="sldNum" idx="12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tabLst/>
              <a:defRPr/>
            </a:pPr>
            <a:fld id="{00000000-1234-1234-1234-123412341234}" type="slidenum"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Rockwell"/>
                <a:sym typeface="Rockwel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000"/>
                <a:buFont typeface="Rockwell"/>
                <a:buNone/>
                <a:tabLst/>
                <a:defRPr/>
              </a:pPr>
              <a:t>‹#›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Rockwell"/>
              <a:sym typeface="Rockwell"/>
            </a:endParaRPr>
          </a:p>
        </p:txBody>
      </p:sp>
    </p:spTree>
    <p:extLst>
      <p:ext uri="{BB962C8B-B14F-4D97-AF65-F5344CB8AC3E}">
        <p14:creationId xmlns:p14="http://schemas.microsoft.com/office/powerpoint/2010/main" val="352122742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79" name="Google Shape;179;p9"/>
            <p:cNvSpPr/>
            <p:nvPr/>
          </p:nvSpPr>
          <p:spPr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l" t="t" r="r" b="b"/>
              <a:pathLst>
                <a:path w="813" h="1440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9"/>
            <p:cNvSpPr/>
            <p:nvPr/>
          </p:nvSpPr>
          <p:spPr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l" t="t" r="r" b="b"/>
              <a:pathLst>
                <a:path w="324" h="117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9"/>
            <p:cNvSpPr/>
            <p:nvPr/>
          </p:nvSpPr>
          <p:spPr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l" t="t" r="r" b="b"/>
              <a:pathLst>
                <a:path w="404" h="385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9"/>
            <p:cNvSpPr/>
            <p:nvPr/>
          </p:nvSpPr>
          <p:spPr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l" t="t" r="r" b="b"/>
              <a:pathLst>
                <a:path w="774" h="1440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9"/>
            <p:cNvSpPr/>
            <p:nvPr/>
          </p:nvSpPr>
          <p:spPr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l" t="t" r="r" b="b"/>
              <a:pathLst>
                <a:path w="203" h="77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9"/>
            <p:cNvSpPr/>
            <p:nvPr/>
          </p:nvSpPr>
          <p:spPr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l" t="t" r="r" b="b"/>
              <a:pathLst>
                <a:path w="351" h="332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9"/>
            <p:cNvSpPr/>
            <p:nvPr/>
          </p:nvSpPr>
          <p:spPr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l" t="t" r="r" b="b"/>
              <a:pathLst>
                <a:path w="762" h="1440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9"/>
            <p:cNvSpPr/>
            <p:nvPr/>
          </p:nvSpPr>
          <p:spPr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l" t="t" r="r" b="b"/>
              <a:pathLst>
                <a:path w="140" h="54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9"/>
            <p:cNvSpPr/>
            <p:nvPr/>
          </p:nvSpPr>
          <p:spPr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l" t="t" r="r" b="b"/>
              <a:pathLst>
                <a:path w="321" h="302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l" t="t" r="r" b="b"/>
              <a:pathLst>
                <a:path w="683" h="1440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9"/>
            <p:cNvSpPr/>
            <p:nvPr/>
          </p:nvSpPr>
          <p:spPr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l" t="t" r="r" b="b"/>
              <a:pathLst>
                <a:path w="287" h="279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9"/>
            <p:cNvSpPr/>
            <p:nvPr/>
          </p:nvSpPr>
          <p:spPr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l" t="t" r="r" b="b"/>
              <a:pathLst>
                <a:path w="680" h="1440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9"/>
            <p:cNvSpPr/>
            <p:nvPr/>
          </p:nvSpPr>
          <p:spPr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l" t="t" r="r" b="b"/>
              <a:pathLst>
                <a:path w="250" h="242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9"/>
            <p:cNvSpPr/>
            <p:nvPr/>
          </p:nvSpPr>
          <p:spPr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l" t="t" r="r" b="b"/>
              <a:pathLst>
                <a:path w="720" h="1440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9"/>
            <p:cNvSpPr/>
            <p:nvPr/>
          </p:nvSpPr>
          <p:spPr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l" t="t" r="r" b="b"/>
              <a:pathLst>
                <a:path w="185" h="167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9"/>
            <p:cNvSpPr/>
            <p:nvPr/>
          </p:nvSpPr>
          <p:spPr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l" t="t" r="r" b="b"/>
              <a:pathLst>
                <a:path w="572" h="1440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 cmpd="sng">
              <a:solidFill>
                <a:schemeClr val="dk1">
                  <a:alpha val="20000"/>
                </a:schemeClr>
              </a:solidFill>
              <a:prstDash val="dashDot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l" t="t" r="r" b="b"/>
              <a:pathLst>
                <a:path w="620" h="1440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lg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9"/>
            <p:cNvSpPr/>
            <p:nvPr/>
          </p:nvSpPr>
          <p:spPr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l" t="t" r="r" b="b"/>
              <a:pathLst>
                <a:path w="506" h="1440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l" t="t" r="r" b="b"/>
              <a:pathLst>
                <a:path w="373" h="673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l" t="t" r="r" b="b"/>
              <a:pathLst>
                <a:path w="45" h="174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l" t="t" r="r" b="b"/>
              <a:pathLst>
                <a:path w="329" h="469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200" name="Google Shape;200;p9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01" name="Google Shape;201;p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9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04" name="Google Shape;204;p9"/>
          <p:cNvSpPr txBox="1"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228600" rIns="228600" bIns="228600" anchor="ctr" anchorCtr="0">
            <a:noAutofit/>
          </a:bodyPr>
          <a:lstStyle>
            <a:lvl1pPr marR="0" lvl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000"/>
              <a:buFont typeface="Calibri"/>
              <a:buNone/>
              <a:defRPr sz="4000" b="0" i="0" u="none" strike="noStrike" cap="none">
                <a:solidFill>
                  <a:srgbClr val="FFFE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5" name="Google Shape;205;p9"/>
          <p:cNvSpPr txBox="1">
            <a:spLocks noGrp="1"/>
          </p:cNvSpPr>
          <p:nvPr>
            <p:ph type="dt" idx="10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tabLst/>
              <a:defRPr/>
            </a:pP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Rockwell"/>
              <a:sym typeface="Rockwell"/>
            </a:endParaRPr>
          </a:p>
        </p:txBody>
      </p:sp>
      <p:sp>
        <p:nvSpPr>
          <p:cNvPr id="206" name="Google Shape;206;p9"/>
          <p:cNvSpPr txBox="1">
            <a:spLocks noGrp="1"/>
          </p:cNvSpPr>
          <p:nvPr>
            <p:ph type="ftr" idx="11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tabLst/>
              <a:defRPr/>
            </a:pP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Rockwell"/>
              <a:sym typeface="Rockwell"/>
            </a:endParaRPr>
          </a:p>
        </p:txBody>
      </p:sp>
      <p:sp>
        <p:nvSpPr>
          <p:cNvPr id="207" name="Google Shape;207;p9"/>
          <p:cNvSpPr txBox="1">
            <a:spLocks noGrp="1"/>
          </p:cNvSpPr>
          <p:nvPr>
            <p:ph type="sldNum" idx="12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tabLst/>
              <a:defRPr/>
            </a:pPr>
            <a:fld id="{00000000-1234-1234-1234-123412341234}" type="slidenum"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Rockwell"/>
                <a:sym typeface="Rockwel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000"/>
                <a:buFont typeface="Rockwell"/>
                <a:buNone/>
                <a:tabLst/>
                <a:defRPr/>
              </a:pPr>
              <a:t>‹#›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Rockwell"/>
              <a:sym typeface="Rockwell"/>
            </a:endParaRPr>
          </a:p>
        </p:txBody>
      </p:sp>
    </p:spTree>
    <p:extLst>
      <p:ext uri="{BB962C8B-B14F-4D97-AF65-F5344CB8AC3E}">
        <p14:creationId xmlns:p14="http://schemas.microsoft.com/office/powerpoint/2010/main" val="384585351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"/>
          <p:cNvSpPr txBox="1">
            <a:spLocks noGrp="1"/>
          </p:cNvSpPr>
          <p:nvPr>
            <p:ph type="dt" idx="10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tabLst/>
              <a:defRPr/>
            </a:pP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Rockwell"/>
              <a:sym typeface="Rockwell"/>
            </a:endParaRPr>
          </a:p>
        </p:txBody>
      </p:sp>
      <p:sp>
        <p:nvSpPr>
          <p:cNvPr id="210" name="Google Shape;210;p10"/>
          <p:cNvSpPr txBox="1">
            <a:spLocks noGrp="1"/>
          </p:cNvSpPr>
          <p:nvPr>
            <p:ph type="ftr" idx="11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tabLst/>
              <a:defRPr/>
            </a:pP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Rockwell"/>
              <a:sym typeface="Rockwell"/>
            </a:endParaRPr>
          </a:p>
        </p:txBody>
      </p:sp>
      <p:sp>
        <p:nvSpPr>
          <p:cNvPr id="211" name="Google Shape;211;p10"/>
          <p:cNvSpPr txBox="1">
            <a:spLocks noGrp="1"/>
          </p:cNvSpPr>
          <p:nvPr>
            <p:ph type="sldNum" idx="12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tabLst/>
              <a:defRPr/>
            </a:pPr>
            <a:fld id="{00000000-1234-1234-1234-123412341234}" type="slidenum"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Rockwell"/>
                <a:sym typeface="Rockwel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000"/>
                <a:buFont typeface="Rockwell"/>
                <a:buNone/>
                <a:tabLst/>
                <a:defRPr/>
              </a:pPr>
              <a:t>‹#›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Rockwell"/>
              <a:sym typeface="Rockwell"/>
            </a:endParaRPr>
          </a:p>
        </p:txBody>
      </p:sp>
    </p:spTree>
    <p:extLst>
      <p:ext uri="{BB962C8B-B14F-4D97-AF65-F5344CB8AC3E}">
        <p14:creationId xmlns:p14="http://schemas.microsoft.com/office/powerpoint/2010/main" val="289225167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11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214" name="Google Shape;214;p11"/>
            <p:cNvSpPr/>
            <p:nvPr/>
          </p:nvSpPr>
          <p:spPr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l" t="t" r="r" b="b"/>
              <a:pathLst>
                <a:path w="813" h="1440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1"/>
            <p:cNvSpPr/>
            <p:nvPr/>
          </p:nvSpPr>
          <p:spPr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l" t="t" r="r" b="b"/>
              <a:pathLst>
                <a:path w="324" h="117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1"/>
            <p:cNvSpPr/>
            <p:nvPr/>
          </p:nvSpPr>
          <p:spPr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l" t="t" r="r" b="b"/>
              <a:pathLst>
                <a:path w="404" h="385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1"/>
            <p:cNvSpPr/>
            <p:nvPr/>
          </p:nvSpPr>
          <p:spPr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l" t="t" r="r" b="b"/>
              <a:pathLst>
                <a:path w="774" h="1440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1"/>
            <p:cNvSpPr/>
            <p:nvPr/>
          </p:nvSpPr>
          <p:spPr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l" t="t" r="r" b="b"/>
              <a:pathLst>
                <a:path w="203" h="77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1"/>
            <p:cNvSpPr/>
            <p:nvPr/>
          </p:nvSpPr>
          <p:spPr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l" t="t" r="r" b="b"/>
              <a:pathLst>
                <a:path w="351" h="332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1"/>
            <p:cNvSpPr/>
            <p:nvPr/>
          </p:nvSpPr>
          <p:spPr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l" t="t" r="r" b="b"/>
              <a:pathLst>
                <a:path w="762" h="1440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1"/>
            <p:cNvSpPr/>
            <p:nvPr/>
          </p:nvSpPr>
          <p:spPr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l" t="t" r="r" b="b"/>
              <a:pathLst>
                <a:path w="140" h="54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1"/>
            <p:cNvSpPr/>
            <p:nvPr/>
          </p:nvSpPr>
          <p:spPr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l" t="t" r="r" b="b"/>
              <a:pathLst>
                <a:path w="321" h="302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1"/>
            <p:cNvSpPr/>
            <p:nvPr/>
          </p:nvSpPr>
          <p:spPr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l" t="t" r="r" b="b"/>
              <a:pathLst>
                <a:path w="683" h="1440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1"/>
            <p:cNvSpPr/>
            <p:nvPr/>
          </p:nvSpPr>
          <p:spPr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l" t="t" r="r" b="b"/>
              <a:pathLst>
                <a:path w="287" h="279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1"/>
            <p:cNvSpPr/>
            <p:nvPr/>
          </p:nvSpPr>
          <p:spPr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l" t="t" r="r" b="b"/>
              <a:pathLst>
                <a:path w="680" h="1440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1"/>
            <p:cNvSpPr/>
            <p:nvPr/>
          </p:nvSpPr>
          <p:spPr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l" t="t" r="r" b="b"/>
              <a:pathLst>
                <a:path w="250" h="242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1"/>
            <p:cNvSpPr/>
            <p:nvPr/>
          </p:nvSpPr>
          <p:spPr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l" t="t" r="r" b="b"/>
              <a:pathLst>
                <a:path w="720" h="1440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1"/>
            <p:cNvSpPr/>
            <p:nvPr/>
          </p:nvSpPr>
          <p:spPr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l" t="t" r="r" b="b"/>
              <a:pathLst>
                <a:path w="185" h="167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1"/>
            <p:cNvSpPr/>
            <p:nvPr/>
          </p:nvSpPr>
          <p:spPr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l" t="t" r="r" b="b"/>
              <a:pathLst>
                <a:path w="572" h="1440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 cmpd="sng">
              <a:solidFill>
                <a:schemeClr val="dk1">
                  <a:alpha val="20000"/>
                </a:schemeClr>
              </a:solidFill>
              <a:prstDash val="dashDot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1"/>
            <p:cNvSpPr/>
            <p:nvPr/>
          </p:nvSpPr>
          <p:spPr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l" t="t" r="r" b="b"/>
              <a:pathLst>
                <a:path w="620" h="1440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lg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1"/>
            <p:cNvSpPr/>
            <p:nvPr/>
          </p:nvSpPr>
          <p:spPr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l" t="t" r="r" b="b"/>
              <a:pathLst>
                <a:path w="506" h="1440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1"/>
            <p:cNvSpPr/>
            <p:nvPr/>
          </p:nvSpPr>
          <p:spPr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l" t="t" r="r" b="b"/>
              <a:pathLst>
                <a:path w="373" h="673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1"/>
            <p:cNvSpPr/>
            <p:nvPr/>
          </p:nvSpPr>
          <p:spPr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l" t="t" r="r" b="b"/>
              <a:pathLst>
                <a:path w="45" h="174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1"/>
            <p:cNvSpPr/>
            <p:nvPr/>
          </p:nvSpPr>
          <p:spPr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l" t="t" r="r" b="b"/>
              <a:pathLst>
                <a:path w="329" h="469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235" name="Google Shape;235;p1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6" name="Google Shape;236;p1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1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39" name="Google Shape;239;p11"/>
          <p:cNvSpPr txBox="1"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228600" rIns="228600" bIns="0" anchor="b" anchorCtr="0">
            <a:noAutofit/>
          </a:bodyPr>
          <a:lstStyle>
            <a:lvl1pPr marR="0" lvl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FFFE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0" name="Google Shape;240;p11"/>
          <p:cNvSpPr txBox="1">
            <a:spLocks noGrp="1"/>
          </p:cNvSpPr>
          <p:nvPr>
            <p:ph type="body" idx="1"/>
          </p:nvPr>
        </p:nvSpPr>
        <p:spPr>
          <a:xfrm>
            <a:off x="5109983" y="802809"/>
            <a:ext cx="6275035" cy="5249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35433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8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914400" marR="0" lvl="1" indent="-34036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1371600" marR="0" lvl="2" indent="-326389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4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1828800" marR="0" lvl="3" indent="-312419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2286000" marR="0" lvl="4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2743200" marR="0" lvl="5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3200400" marR="0" lvl="6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3657600" marR="0" lvl="7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4114800" marR="0" lvl="8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sp>
        <p:nvSpPr>
          <p:cNvPr id="241" name="Google Shape;241;p11"/>
          <p:cNvSpPr txBox="1">
            <a:spLocks noGrp="1"/>
          </p:cNvSpPr>
          <p:nvPr>
            <p:ph type="body" idx="2"/>
          </p:nvPr>
        </p:nvSpPr>
        <p:spPr>
          <a:xfrm>
            <a:off x="888631" y="3580186"/>
            <a:ext cx="3501197" cy="122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  <a:defRPr sz="1600" b="0" i="0" u="none" strike="noStrike" cap="none">
                <a:solidFill>
                  <a:srgbClr val="FFFE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9144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4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1371600" marR="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1828800" marR="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None/>
              <a:defRPr sz="1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2286000" marR="0" lvl="4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None/>
              <a:defRPr sz="1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2743200" marR="0" lvl="5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None/>
              <a:defRPr sz="1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3200400" marR="0" lvl="6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None/>
              <a:defRPr sz="1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3657600" marR="0" lvl="7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None/>
              <a:defRPr sz="1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4114800" marR="0" lvl="8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None/>
              <a:defRPr sz="1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sp>
        <p:nvSpPr>
          <p:cNvPr id="242" name="Google Shape;242;p11"/>
          <p:cNvSpPr txBox="1">
            <a:spLocks noGrp="1"/>
          </p:cNvSpPr>
          <p:nvPr>
            <p:ph type="dt" idx="10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tabLst/>
              <a:defRPr/>
            </a:pP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Rockwell"/>
              <a:sym typeface="Rockwell"/>
            </a:endParaRPr>
          </a:p>
        </p:txBody>
      </p:sp>
      <p:sp>
        <p:nvSpPr>
          <p:cNvPr id="243" name="Google Shape;243;p11"/>
          <p:cNvSpPr txBox="1">
            <a:spLocks noGrp="1"/>
          </p:cNvSpPr>
          <p:nvPr>
            <p:ph type="ftr" idx="11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tabLst/>
              <a:defRPr/>
            </a:pP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Rockwell"/>
              <a:sym typeface="Rockwell"/>
            </a:endParaRPr>
          </a:p>
        </p:txBody>
      </p:sp>
      <p:sp>
        <p:nvSpPr>
          <p:cNvPr id="244" name="Google Shape;244;p11"/>
          <p:cNvSpPr txBox="1">
            <a:spLocks noGrp="1"/>
          </p:cNvSpPr>
          <p:nvPr>
            <p:ph type="sldNum" idx="12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tabLst/>
              <a:defRPr/>
            </a:pPr>
            <a:fld id="{00000000-1234-1234-1234-123412341234}" type="slidenum"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Rockwell"/>
                <a:sym typeface="Rockwel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000"/>
                <a:buFont typeface="Rockwell"/>
                <a:buNone/>
                <a:tabLst/>
                <a:defRPr/>
              </a:pPr>
              <a:t>‹#›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Rockwell"/>
              <a:sym typeface="Rockwell"/>
            </a:endParaRPr>
          </a:p>
        </p:txBody>
      </p:sp>
    </p:spTree>
    <p:extLst>
      <p:ext uri="{BB962C8B-B14F-4D97-AF65-F5344CB8AC3E}">
        <p14:creationId xmlns:p14="http://schemas.microsoft.com/office/powerpoint/2010/main" val="71072988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1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247" name="Google Shape;247;p12"/>
            <p:cNvSpPr/>
            <p:nvPr/>
          </p:nvSpPr>
          <p:spPr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l" t="t" r="r" b="b"/>
              <a:pathLst>
                <a:path w="2038" h="1169" extrusionOk="0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2"/>
            <p:cNvSpPr/>
            <p:nvPr/>
          </p:nvSpPr>
          <p:spPr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l" t="t" r="r" b="b"/>
              <a:pathLst>
                <a:path w="1549" h="1017" extrusionOk="0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12"/>
            <p:cNvSpPr/>
            <p:nvPr/>
          </p:nvSpPr>
          <p:spPr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l" t="t" r="r" b="b"/>
              <a:pathLst>
                <a:path w="1688" h="1066" extrusionOk="0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2"/>
            <p:cNvSpPr/>
            <p:nvPr/>
          </p:nvSpPr>
          <p:spPr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l" t="t" r="r" b="b"/>
              <a:pathLst>
                <a:path w="2171" h="1326" extrusionOk="0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2"/>
            <p:cNvSpPr/>
            <p:nvPr/>
          </p:nvSpPr>
          <p:spPr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l" t="t" r="r" b="b"/>
              <a:pathLst>
                <a:path w="106" h="143" extrusionOk="0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2"/>
            <p:cNvSpPr/>
            <p:nvPr/>
          </p:nvSpPr>
          <p:spPr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l" t="t" r="r" b="b"/>
              <a:pathLst>
                <a:path w="2330" h="1452" extrusionOk="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2"/>
            <p:cNvSpPr/>
            <p:nvPr/>
          </p:nvSpPr>
          <p:spPr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l" t="t" r="r" b="b"/>
              <a:pathLst>
                <a:path w="1216" h="1436" extrusionOk="0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2"/>
            <p:cNvSpPr/>
            <p:nvPr/>
          </p:nvSpPr>
          <p:spPr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l" t="t" r="r" b="b"/>
              <a:pathLst>
                <a:path w="222" h="129" extrusionOk="0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2"/>
            <p:cNvSpPr/>
            <p:nvPr/>
          </p:nvSpPr>
          <p:spPr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l" t="t" r="r" b="b"/>
              <a:pathLst>
                <a:path w="1174" h="1440" extrusionOk="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2"/>
            <p:cNvSpPr/>
            <p:nvPr/>
          </p:nvSpPr>
          <p:spPr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l" t="t" r="r" b="b"/>
              <a:pathLst>
                <a:path w="125" h="74" extrusionOk="0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2"/>
            <p:cNvSpPr/>
            <p:nvPr/>
          </p:nvSpPr>
          <p:spPr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l" t="t" r="r" b="b"/>
              <a:pathLst>
                <a:path w="1155" h="1440" extrusionOk="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 cmpd="sng">
              <a:solidFill>
                <a:schemeClr val="dk1">
                  <a:alpha val="20000"/>
                </a:schemeClr>
              </a:solidFill>
              <a:prstDash val="dashDot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2"/>
            <p:cNvSpPr/>
            <p:nvPr/>
          </p:nvSpPr>
          <p:spPr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l" t="t" r="r" b="b"/>
              <a:pathLst>
                <a:path w="75" h="45" extrusionOk="0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 cmpd="sng">
              <a:solidFill>
                <a:schemeClr val="dk1">
                  <a:alpha val="20000"/>
                </a:schemeClr>
              </a:solidFill>
              <a:prstDash val="dashDot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2"/>
            <p:cNvSpPr/>
            <p:nvPr/>
          </p:nvSpPr>
          <p:spPr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l" t="t" r="r" b="b"/>
              <a:pathLst>
                <a:path w="1160" h="1441" extrusionOk="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2"/>
            <p:cNvSpPr/>
            <p:nvPr/>
          </p:nvSpPr>
          <p:spPr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l" t="t" r="r" b="b"/>
              <a:pathLst>
                <a:path w="1137" h="1440" extrusionOk="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2"/>
            <p:cNvSpPr/>
            <p:nvPr/>
          </p:nvSpPr>
          <p:spPr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l" t="t" r="r" b="b"/>
              <a:pathLst>
                <a:path w="1058" h="1439" extrusionOk="0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2"/>
            <p:cNvSpPr/>
            <p:nvPr/>
          </p:nvSpPr>
          <p:spPr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l" t="t" r="r" b="b"/>
              <a:pathLst>
                <a:path w="718" h="575" extrusionOk="0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2"/>
            <p:cNvSpPr/>
            <p:nvPr/>
          </p:nvSpPr>
          <p:spPr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l" t="t" r="r" b="b"/>
              <a:pathLst>
                <a:path w="620" h="536" extrusionOk="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2"/>
            <p:cNvSpPr/>
            <p:nvPr/>
          </p:nvSpPr>
          <p:spPr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l" t="t" r="r" b="b"/>
              <a:pathLst>
                <a:path w="455" h="285" extrusionOk="0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2"/>
            <p:cNvSpPr/>
            <p:nvPr/>
          </p:nvSpPr>
          <p:spPr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l" t="t" r="r" b="b"/>
              <a:pathLst>
                <a:path w="188" h="112" extrusionOk="0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266" name="Google Shape;266;p12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267" name="Google Shape;267;p12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12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12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70" name="Google Shape;270;p12"/>
          <p:cNvSpPr>
            <a:spLocks noGrp="1"/>
          </p:cNvSpPr>
          <p:nvPr>
            <p:ph type="pic" idx="2"/>
          </p:nvPr>
        </p:nvSpPr>
        <p:spPr>
          <a:xfrm>
            <a:off x="7543510" y="0"/>
            <a:ext cx="4648490" cy="68580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52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308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640"/>
              <a:buFont typeface="Noto Sans Symbols"/>
              <a:buNone/>
              <a:defRPr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sp>
        <p:nvSpPr>
          <p:cNvPr id="271" name="Google Shape;271;p12"/>
          <p:cNvSpPr txBox="1"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228600" rIns="228600" bIns="0" anchor="b" anchorCtr="0">
            <a:noAutofit/>
          </a:bodyPr>
          <a:lstStyle>
            <a:lvl1pPr marR="0" lvl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E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2" name="Google Shape;272;p12"/>
          <p:cNvSpPr txBox="1">
            <a:spLocks noGrp="1"/>
          </p:cNvSpPr>
          <p:nvPr>
            <p:ph type="body" idx="1"/>
          </p:nvPr>
        </p:nvSpPr>
        <p:spPr>
          <a:xfrm>
            <a:off x="885443" y="3545012"/>
            <a:ext cx="5776646" cy="1274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80"/>
              <a:buFont typeface="Noto Sans Symbols"/>
              <a:buNone/>
              <a:defRPr sz="1800" b="0" i="0" u="none" strike="noStrike" cap="none">
                <a:solidFill>
                  <a:srgbClr val="FFFE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9144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4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1371600" marR="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1828800" marR="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None/>
              <a:defRPr sz="1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2286000" marR="0" lvl="4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None/>
              <a:defRPr sz="1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2743200" marR="0" lvl="5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None/>
              <a:defRPr sz="1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3200400" marR="0" lvl="6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None/>
              <a:defRPr sz="1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3657600" marR="0" lvl="7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None/>
              <a:defRPr sz="1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4114800" marR="0" lvl="8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None/>
              <a:defRPr sz="1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sp>
        <p:nvSpPr>
          <p:cNvPr id="273" name="Google Shape;273;p12"/>
          <p:cNvSpPr txBox="1">
            <a:spLocks noGrp="1"/>
          </p:cNvSpPr>
          <p:nvPr>
            <p:ph type="dt" idx="10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tabLst/>
              <a:defRPr/>
            </a:pP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Rockwell"/>
              <a:sym typeface="Rockwell"/>
            </a:endParaRPr>
          </a:p>
        </p:txBody>
      </p:sp>
      <p:sp>
        <p:nvSpPr>
          <p:cNvPr id="274" name="Google Shape;274;p12"/>
          <p:cNvSpPr txBox="1">
            <a:spLocks noGrp="1"/>
          </p:cNvSpPr>
          <p:nvPr>
            <p:ph type="ftr" idx="11"/>
          </p:nvPr>
        </p:nvSpPr>
        <p:spPr>
          <a:xfrm>
            <a:off x="804672" y="6227064"/>
            <a:ext cx="5942203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tabLst/>
              <a:defRPr/>
            </a:pP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Rockwell"/>
              <a:sym typeface="Rockwell"/>
            </a:endParaRPr>
          </a:p>
        </p:txBody>
      </p:sp>
      <p:sp>
        <p:nvSpPr>
          <p:cNvPr id="275" name="Google Shape;275;p12"/>
          <p:cNvSpPr txBox="1">
            <a:spLocks noGrp="1"/>
          </p:cNvSpPr>
          <p:nvPr>
            <p:ph type="sldNum" idx="12"/>
          </p:nvPr>
        </p:nvSpPr>
        <p:spPr>
          <a:xfrm>
            <a:off x="5828377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tabLst/>
              <a:defRPr/>
            </a:pPr>
            <a:fld id="{00000000-1234-1234-1234-123412341234}" type="slidenum"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Rockwell"/>
                <a:sym typeface="Rockwel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000"/>
                <a:buFont typeface="Rockwell"/>
                <a:buNone/>
                <a:tabLst/>
                <a:defRPr/>
              </a:pPr>
              <a:t>‹#›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Rockwell"/>
              <a:sym typeface="Rockwell"/>
            </a:endParaRPr>
          </a:p>
        </p:txBody>
      </p:sp>
    </p:spTree>
    <p:extLst>
      <p:ext uri="{BB962C8B-B14F-4D97-AF65-F5344CB8AC3E}">
        <p14:creationId xmlns:p14="http://schemas.microsoft.com/office/powerpoint/2010/main" val="20490584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p1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278" name="Google Shape;278;p13"/>
            <p:cNvSpPr/>
            <p:nvPr/>
          </p:nvSpPr>
          <p:spPr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l" t="t" r="r" b="b"/>
              <a:pathLst>
                <a:path w="813" h="1440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13"/>
            <p:cNvSpPr/>
            <p:nvPr/>
          </p:nvSpPr>
          <p:spPr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l" t="t" r="r" b="b"/>
              <a:pathLst>
                <a:path w="324" h="117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13"/>
            <p:cNvSpPr/>
            <p:nvPr/>
          </p:nvSpPr>
          <p:spPr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l" t="t" r="r" b="b"/>
              <a:pathLst>
                <a:path w="404" h="385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13"/>
            <p:cNvSpPr/>
            <p:nvPr/>
          </p:nvSpPr>
          <p:spPr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l" t="t" r="r" b="b"/>
              <a:pathLst>
                <a:path w="774" h="1440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13"/>
            <p:cNvSpPr/>
            <p:nvPr/>
          </p:nvSpPr>
          <p:spPr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l" t="t" r="r" b="b"/>
              <a:pathLst>
                <a:path w="203" h="77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13"/>
            <p:cNvSpPr/>
            <p:nvPr/>
          </p:nvSpPr>
          <p:spPr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l" t="t" r="r" b="b"/>
              <a:pathLst>
                <a:path w="351" h="332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13"/>
            <p:cNvSpPr/>
            <p:nvPr/>
          </p:nvSpPr>
          <p:spPr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l" t="t" r="r" b="b"/>
              <a:pathLst>
                <a:path w="762" h="1440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13"/>
            <p:cNvSpPr/>
            <p:nvPr/>
          </p:nvSpPr>
          <p:spPr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l" t="t" r="r" b="b"/>
              <a:pathLst>
                <a:path w="140" h="54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13"/>
            <p:cNvSpPr/>
            <p:nvPr/>
          </p:nvSpPr>
          <p:spPr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l" t="t" r="r" b="b"/>
              <a:pathLst>
                <a:path w="321" h="302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13"/>
            <p:cNvSpPr/>
            <p:nvPr/>
          </p:nvSpPr>
          <p:spPr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l" t="t" r="r" b="b"/>
              <a:pathLst>
                <a:path w="683" h="1440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13"/>
            <p:cNvSpPr/>
            <p:nvPr/>
          </p:nvSpPr>
          <p:spPr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l" t="t" r="r" b="b"/>
              <a:pathLst>
                <a:path w="287" h="279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13"/>
            <p:cNvSpPr/>
            <p:nvPr/>
          </p:nvSpPr>
          <p:spPr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l" t="t" r="r" b="b"/>
              <a:pathLst>
                <a:path w="680" h="1440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3"/>
            <p:cNvSpPr/>
            <p:nvPr/>
          </p:nvSpPr>
          <p:spPr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l" t="t" r="r" b="b"/>
              <a:pathLst>
                <a:path w="250" h="242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3"/>
            <p:cNvSpPr/>
            <p:nvPr/>
          </p:nvSpPr>
          <p:spPr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l" t="t" r="r" b="b"/>
              <a:pathLst>
                <a:path w="720" h="1440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13"/>
            <p:cNvSpPr/>
            <p:nvPr/>
          </p:nvSpPr>
          <p:spPr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l" t="t" r="r" b="b"/>
              <a:pathLst>
                <a:path w="185" h="167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13"/>
            <p:cNvSpPr/>
            <p:nvPr/>
          </p:nvSpPr>
          <p:spPr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l" t="t" r="r" b="b"/>
              <a:pathLst>
                <a:path w="572" h="1440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 cmpd="sng">
              <a:solidFill>
                <a:schemeClr val="dk1">
                  <a:alpha val="20000"/>
                </a:schemeClr>
              </a:solidFill>
              <a:prstDash val="dashDot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3"/>
            <p:cNvSpPr/>
            <p:nvPr/>
          </p:nvSpPr>
          <p:spPr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l" t="t" r="r" b="b"/>
              <a:pathLst>
                <a:path w="620" h="1440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lg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13"/>
            <p:cNvSpPr/>
            <p:nvPr/>
          </p:nvSpPr>
          <p:spPr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l" t="t" r="r" b="b"/>
              <a:pathLst>
                <a:path w="506" h="1440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13"/>
            <p:cNvSpPr/>
            <p:nvPr/>
          </p:nvSpPr>
          <p:spPr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l" t="t" r="r" b="b"/>
              <a:pathLst>
                <a:path w="373" h="673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13"/>
            <p:cNvSpPr/>
            <p:nvPr/>
          </p:nvSpPr>
          <p:spPr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l" t="t" r="r" b="b"/>
              <a:pathLst>
                <a:path w="45" h="174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13"/>
            <p:cNvSpPr/>
            <p:nvPr/>
          </p:nvSpPr>
          <p:spPr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l" t="t" r="r" b="b"/>
              <a:pathLst>
                <a:path w="329" h="469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299" name="Google Shape;299;p1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300" name="Google Shape;300;p13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13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1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303" name="Google Shape;303;p13"/>
          <p:cNvSpPr txBox="1"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228600" rIns="228600" bIns="228600" anchor="ctr" anchorCtr="0">
            <a:noAutofit/>
          </a:bodyPr>
          <a:lstStyle>
            <a:lvl1pPr marR="0" lvl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000"/>
              <a:buFont typeface="Calibri"/>
              <a:buNone/>
              <a:defRPr sz="4000" b="0" i="0" u="none" strike="noStrike" cap="none">
                <a:solidFill>
                  <a:srgbClr val="FFFE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4" name="Google Shape;304;p13"/>
          <p:cNvSpPr txBox="1">
            <a:spLocks noGrp="1"/>
          </p:cNvSpPr>
          <p:nvPr>
            <p:ph type="body" idx="1"/>
          </p:nvPr>
        </p:nvSpPr>
        <p:spPr>
          <a:xfrm rot="5400000">
            <a:off x="5618955" y="285746"/>
            <a:ext cx="5257090" cy="6275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433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8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914400" marR="0" lvl="1" indent="-34036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1371600" marR="0" lvl="2" indent="-326389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4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1828800" marR="0" lvl="3" indent="-312419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2286000" marR="0" lvl="4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2743200" marR="0" lvl="5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3200400" marR="0" lvl="6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3657600" marR="0" lvl="7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4114800" marR="0" lvl="8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sp>
        <p:nvSpPr>
          <p:cNvPr id="305" name="Google Shape;305;p13"/>
          <p:cNvSpPr txBox="1">
            <a:spLocks noGrp="1"/>
          </p:cNvSpPr>
          <p:nvPr>
            <p:ph type="dt" idx="10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tabLst/>
              <a:defRPr/>
            </a:pP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Rockwell"/>
              <a:sym typeface="Rockwell"/>
            </a:endParaRPr>
          </a:p>
        </p:txBody>
      </p:sp>
      <p:sp>
        <p:nvSpPr>
          <p:cNvPr id="306" name="Google Shape;306;p13"/>
          <p:cNvSpPr txBox="1">
            <a:spLocks noGrp="1"/>
          </p:cNvSpPr>
          <p:nvPr>
            <p:ph type="ftr" idx="11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tabLst/>
              <a:defRPr/>
            </a:pP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Rockwell"/>
              <a:sym typeface="Rockwell"/>
            </a:endParaRPr>
          </a:p>
        </p:txBody>
      </p:sp>
      <p:sp>
        <p:nvSpPr>
          <p:cNvPr id="307" name="Google Shape;307;p13"/>
          <p:cNvSpPr txBox="1">
            <a:spLocks noGrp="1"/>
          </p:cNvSpPr>
          <p:nvPr>
            <p:ph type="sldNum" idx="12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tabLst/>
              <a:defRPr/>
            </a:pPr>
            <a:fld id="{00000000-1234-1234-1234-123412341234}" type="slidenum"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Rockwell"/>
                <a:sym typeface="Rockwel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000"/>
                <a:buFont typeface="Rockwell"/>
                <a:buNone/>
                <a:tabLst/>
                <a:defRPr/>
              </a:pPr>
              <a:t>‹#›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Rockwell"/>
              <a:sym typeface="Rockwell"/>
            </a:endParaRPr>
          </a:p>
        </p:txBody>
      </p:sp>
    </p:spTree>
    <p:extLst>
      <p:ext uri="{BB962C8B-B14F-4D97-AF65-F5344CB8AC3E}">
        <p14:creationId xmlns:p14="http://schemas.microsoft.com/office/powerpoint/2010/main" val="29345204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14"/>
          <p:cNvGrpSpPr/>
          <p:nvPr/>
        </p:nvGrpSpPr>
        <p:grpSpPr>
          <a:xfrm flipH="1">
            <a:off x="-1" y="0"/>
            <a:ext cx="12584114" cy="6853238"/>
            <a:chOff x="-417513" y="0"/>
            <a:chExt cx="12584114" cy="6853238"/>
          </a:xfrm>
        </p:grpSpPr>
        <p:sp>
          <p:nvSpPr>
            <p:cNvPr id="310" name="Google Shape;310;p14"/>
            <p:cNvSpPr/>
            <p:nvPr/>
          </p:nvSpPr>
          <p:spPr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l" t="t" r="r" b="b"/>
              <a:pathLst>
                <a:path w="813" h="1440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14"/>
            <p:cNvSpPr/>
            <p:nvPr/>
          </p:nvSpPr>
          <p:spPr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l" t="t" r="r" b="b"/>
              <a:pathLst>
                <a:path w="324" h="117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14"/>
            <p:cNvSpPr/>
            <p:nvPr/>
          </p:nvSpPr>
          <p:spPr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l" t="t" r="r" b="b"/>
              <a:pathLst>
                <a:path w="404" h="385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14"/>
            <p:cNvSpPr/>
            <p:nvPr/>
          </p:nvSpPr>
          <p:spPr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l" t="t" r="r" b="b"/>
              <a:pathLst>
                <a:path w="774" h="1440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14"/>
            <p:cNvSpPr/>
            <p:nvPr/>
          </p:nvSpPr>
          <p:spPr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l" t="t" r="r" b="b"/>
              <a:pathLst>
                <a:path w="203" h="77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4"/>
            <p:cNvSpPr/>
            <p:nvPr/>
          </p:nvSpPr>
          <p:spPr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l" t="t" r="r" b="b"/>
              <a:pathLst>
                <a:path w="351" h="332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14"/>
            <p:cNvSpPr/>
            <p:nvPr/>
          </p:nvSpPr>
          <p:spPr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l" t="t" r="r" b="b"/>
              <a:pathLst>
                <a:path w="762" h="1440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4"/>
            <p:cNvSpPr/>
            <p:nvPr/>
          </p:nvSpPr>
          <p:spPr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l" t="t" r="r" b="b"/>
              <a:pathLst>
                <a:path w="140" h="54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14"/>
            <p:cNvSpPr/>
            <p:nvPr/>
          </p:nvSpPr>
          <p:spPr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l" t="t" r="r" b="b"/>
              <a:pathLst>
                <a:path w="321" h="302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14"/>
            <p:cNvSpPr/>
            <p:nvPr/>
          </p:nvSpPr>
          <p:spPr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l" t="t" r="r" b="b"/>
              <a:pathLst>
                <a:path w="683" h="1440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14"/>
            <p:cNvSpPr/>
            <p:nvPr/>
          </p:nvSpPr>
          <p:spPr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l" t="t" r="r" b="b"/>
              <a:pathLst>
                <a:path w="287" h="279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4"/>
            <p:cNvSpPr/>
            <p:nvPr/>
          </p:nvSpPr>
          <p:spPr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l" t="t" r="r" b="b"/>
              <a:pathLst>
                <a:path w="680" h="1440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14"/>
            <p:cNvSpPr/>
            <p:nvPr/>
          </p:nvSpPr>
          <p:spPr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l" t="t" r="r" b="b"/>
              <a:pathLst>
                <a:path w="250" h="242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14"/>
            <p:cNvSpPr/>
            <p:nvPr/>
          </p:nvSpPr>
          <p:spPr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l" t="t" r="r" b="b"/>
              <a:pathLst>
                <a:path w="720" h="1440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14"/>
            <p:cNvSpPr/>
            <p:nvPr/>
          </p:nvSpPr>
          <p:spPr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l" t="t" r="r" b="b"/>
              <a:pathLst>
                <a:path w="185" h="167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4"/>
            <p:cNvSpPr/>
            <p:nvPr/>
          </p:nvSpPr>
          <p:spPr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l" t="t" r="r" b="b"/>
              <a:pathLst>
                <a:path w="572" h="1440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 cmpd="sng">
              <a:solidFill>
                <a:schemeClr val="dk1">
                  <a:alpha val="20000"/>
                </a:schemeClr>
              </a:solidFill>
              <a:prstDash val="dashDot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4"/>
            <p:cNvSpPr/>
            <p:nvPr/>
          </p:nvSpPr>
          <p:spPr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l" t="t" r="r" b="b"/>
              <a:pathLst>
                <a:path w="620" h="1440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lg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4"/>
            <p:cNvSpPr/>
            <p:nvPr/>
          </p:nvSpPr>
          <p:spPr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l" t="t" r="r" b="b"/>
              <a:pathLst>
                <a:path w="506" h="1440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14"/>
            <p:cNvSpPr/>
            <p:nvPr/>
          </p:nvSpPr>
          <p:spPr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l" t="t" r="r" b="b"/>
              <a:pathLst>
                <a:path w="373" h="673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14"/>
            <p:cNvSpPr/>
            <p:nvPr/>
          </p:nvSpPr>
          <p:spPr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l" t="t" r="r" b="b"/>
              <a:pathLst>
                <a:path w="45" h="174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14"/>
            <p:cNvSpPr/>
            <p:nvPr/>
          </p:nvSpPr>
          <p:spPr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l" t="t" r="r" b="b"/>
              <a:pathLst>
                <a:path w="329" h="469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 cmpd="sng">
              <a:solidFill>
                <a:schemeClr val="dk1">
                  <a:alpha val="2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331" name="Google Shape;331;p14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332" name="Google Shape;332;p1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14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1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335" name="Google Shape;335;p14"/>
          <p:cNvSpPr txBox="1">
            <a:spLocks noGrp="1"/>
          </p:cNvSpPr>
          <p:nvPr>
            <p:ph type="title"/>
          </p:nvPr>
        </p:nvSpPr>
        <p:spPr>
          <a:xfrm rot="5400000">
            <a:off x="8329814" y="1827548"/>
            <a:ext cx="2456442" cy="3501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228600" rIns="228600" bIns="228600" anchor="ctr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000"/>
              <a:buFont typeface="Calibri"/>
              <a:buNone/>
              <a:defRPr sz="4000" b="0" i="0" u="none" strike="noStrike" cap="none">
                <a:solidFill>
                  <a:srgbClr val="FFFE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6" name="Google Shape;336;p14"/>
          <p:cNvSpPr txBox="1">
            <a:spLocks noGrp="1"/>
          </p:cNvSpPr>
          <p:nvPr>
            <p:ph type="body" idx="1"/>
          </p:nvPr>
        </p:nvSpPr>
        <p:spPr>
          <a:xfrm rot="5400000">
            <a:off x="1308406" y="292784"/>
            <a:ext cx="5257303" cy="6268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433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8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914400" marR="0" lvl="1" indent="-34036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1371600" marR="0" lvl="2" indent="-326389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4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1828800" marR="0" lvl="3" indent="-312419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2286000" marR="0" lvl="4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2743200" marR="0" lvl="5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3200400" marR="0" lvl="6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3657600" marR="0" lvl="7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4114800" marR="0" lvl="8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sp>
        <p:nvSpPr>
          <p:cNvPr id="337" name="Google Shape;337;p14"/>
          <p:cNvSpPr txBox="1">
            <a:spLocks noGrp="1"/>
          </p:cNvSpPr>
          <p:nvPr>
            <p:ph type="dt" idx="10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tabLst/>
              <a:defRPr/>
            </a:pP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Rockwell"/>
              <a:sym typeface="Rockwell"/>
            </a:endParaRPr>
          </a:p>
        </p:txBody>
      </p:sp>
      <p:sp>
        <p:nvSpPr>
          <p:cNvPr id="338" name="Google Shape;338;p14"/>
          <p:cNvSpPr txBox="1">
            <a:spLocks noGrp="1"/>
          </p:cNvSpPr>
          <p:nvPr>
            <p:ph type="ftr" idx="11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tabLst/>
              <a:defRPr/>
            </a:pP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Rockwell"/>
              <a:sym typeface="Rockwell"/>
            </a:endParaRPr>
          </a:p>
        </p:txBody>
      </p:sp>
      <p:sp>
        <p:nvSpPr>
          <p:cNvPr id="339" name="Google Shape;339;p14"/>
          <p:cNvSpPr txBox="1">
            <a:spLocks noGrp="1"/>
          </p:cNvSpPr>
          <p:nvPr>
            <p:ph type="sldNum" idx="12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tabLst/>
              <a:defRPr/>
            </a:pPr>
            <a:fld id="{00000000-1234-1234-1234-123412341234}" type="slidenum"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Rockwell"/>
                <a:sym typeface="Rockwel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000"/>
                <a:buFont typeface="Rockwell"/>
                <a:buNone/>
                <a:tabLst/>
                <a:defRPr/>
              </a:pPr>
              <a:t>‹#›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Rockwell"/>
              <a:sym typeface="Rockwell"/>
            </a:endParaRPr>
          </a:p>
        </p:txBody>
      </p:sp>
    </p:spTree>
    <p:extLst>
      <p:ext uri="{BB962C8B-B14F-4D97-AF65-F5344CB8AC3E}">
        <p14:creationId xmlns:p14="http://schemas.microsoft.com/office/powerpoint/2010/main" val="3486937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0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DC64D-8F75-476F-AD4A-5F413B834DFF}" type="datetimeFigureOut">
              <a:rPr lang="en-US" smtClean="0"/>
              <a:t>4/3/2020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807C8B-7921-4031-ACB3-E56D2439F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4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FB40F12D-8035-4195-930D-B791F4682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000" y="720000"/>
            <a:ext cx="9864000" cy="129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DA64035-B49A-4536-A334-06A23F564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6000" y="2016000"/>
            <a:ext cx="9864000" cy="414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</p:txBody>
      </p:sp>
      <p:sp>
        <p:nvSpPr>
          <p:cNvPr id="11" name="Rechthoekige driehoek 10">
            <a:extLst>
              <a:ext uri="{FF2B5EF4-FFF2-40B4-BE49-F238E27FC236}">
                <a16:creationId xmlns:a16="http://schemas.microsoft.com/office/drawing/2014/main" id="{330D8806-E372-45EA-882A-A3971C1ABBA5}"/>
              </a:ext>
            </a:extLst>
          </p:cNvPr>
          <p:cNvSpPr/>
          <p:nvPr userDrawn="1"/>
        </p:nvSpPr>
        <p:spPr>
          <a:xfrm flipH="1">
            <a:off x="792000" y="999026"/>
            <a:ext cx="198000" cy="198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Rechthoekige driehoek 12">
            <a:extLst>
              <a:ext uri="{FF2B5EF4-FFF2-40B4-BE49-F238E27FC236}">
                <a16:creationId xmlns:a16="http://schemas.microsoft.com/office/drawing/2014/main" id="{5EC37B98-C211-4E5B-9560-4231BD5B7FC9}"/>
              </a:ext>
            </a:extLst>
          </p:cNvPr>
          <p:cNvSpPr/>
          <p:nvPr userDrawn="1"/>
        </p:nvSpPr>
        <p:spPr>
          <a:xfrm rot="5400000">
            <a:off x="11400000" y="6066000"/>
            <a:ext cx="792000" cy="7920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6163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914400" rtl="0" eaLnBrk="1" latinLnBrk="0" hangingPunct="1">
        <a:lnSpc>
          <a:spcPct val="105000"/>
        </a:lnSpc>
        <a:spcBef>
          <a:spcPct val="0"/>
        </a:spcBef>
        <a:buNone/>
        <a:defRPr sz="40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914400" rtl="0" eaLnBrk="1" latinLnBrk="0" hangingPunct="1">
        <a:lnSpc>
          <a:spcPct val="120000"/>
        </a:lnSpc>
        <a:spcBef>
          <a:spcPts val="0"/>
        </a:spcBef>
        <a:buClrTx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lnSpc>
          <a:spcPct val="120000"/>
        </a:lnSpc>
        <a:spcBef>
          <a:spcPts val="0"/>
        </a:spcBef>
        <a:buClrTx/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lnSpc>
          <a:spcPct val="120000"/>
        </a:lnSpc>
        <a:spcBef>
          <a:spcPts val="0"/>
        </a:spcBef>
        <a:buClrTx/>
        <a:buFont typeface="Arial" panose="020B060402020202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lnSpc>
          <a:spcPct val="120000"/>
        </a:lnSpc>
        <a:spcBef>
          <a:spcPts val="0"/>
        </a:spcBef>
        <a:buClrTx/>
        <a:buSzPct val="80000"/>
        <a:buFont typeface="Arial" panose="020B0604020202020204" pitchFamily="34" charset="0"/>
        <a:buChar char="□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lnSpc>
          <a:spcPct val="120000"/>
        </a:lnSpc>
        <a:spcBef>
          <a:spcPts val="0"/>
        </a:spcBef>
        <a:buClrTx/>
        <a:buSzPct val="90000"/>
        <a:buFont typeface="Arial" panose="020B0604020202020204" pitchFamily="34" charset="0"/>
        <a:buChar char="○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~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20000"/>
        </a:lnSpc>
        <a:spcBef>
          <a:spcPts val="0"/>
        </a:spcBef>
        <a:buClr>
          <a:schemeClr val="bg1"/>
        </a:buClr>
        <a:buSzPct val="25000"/>
        <a:buFont typeface="Arial" panose="020B0604020202020204" pitchFamily="34" charset="0"/>
        <a:buChar char="'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20000"/>
        </a:lnSpc>
        <a:spcBef>
          <a:spcPts val="0"/>
        </a:spcBef>
        <a:buClr>
          <a:schemeClr val="bg1"/>
        </a:buClr>
        <a:buSzPct val="25000"/>
        <a:buFont typeface="Arial" panose="020B0604020202020204" pitchFamily="34" charset="0"/>
        <a:buChar char="'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" indent="-360000" algn="l" defTabSz="914400" rtl="0" eaLnBrk="1" latinLnBrk="0" hangingPunct="1">
        <a:lnSpc>
          <a:spcPct val="120000"/>
        </a:lnSpc>
        <a:spcBef>
          <a:spcPts val="0"/>
        </a:spcBef>
        <a:buFont typeface="+mj-lt"/>
        <a:buAutoNum type="arabicPeriod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FB40F12D-8035-4195-930D-B791F4682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000" y="720000"/>
            <a:ext cx="9864000" cy="129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DA64035-B49A-4536-A334-06A23F564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6000" y="2016000"/>
            <a:ext cx="9864000" cy="414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</p:txBody>
      </p:sp>
      <p:sp>
        <p:nvSpPr>
          <p:cNvPr id="11" name="Rechthoekige driehoek 10">
            <a:extLst>
              <a:ext uri="{FF2B5EF4-FFF2-40B4-BE49-F238E27FC236}">
                <a16:creationId xmlns:a16="http://schemas.microsoft.com/office/drawing/2014/main" id="{330D8806-E372-45EA-882A-A3971C1ABBA5}"/>
              </a:ext>
            </a:extLst>
          </p:cNvPr>
          <p:cNvSpPr/>
          <p:nvPr userDrawn="1"/>
        </p:nvSpPr>
        <p:spPr>
          <a:xfrm flipH="1">
            <a:off x="792000" y="999026"/>
            <a:ext cx="198000" cy="198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Rechthoekige driehoek 12">
            <a:extLst>
              <a:ext uri="{FF2B5EF4-FFF2-40B4-BE49-F238E27FC236}">
                <a16:creationId xmlns:a16="http://schemas.microsoft.com/office/drawing/2014/main" id="{5EC37B98-C211-4E5B-9560-4231BD5B7FC9}"/>
              </a:ext>
            </a:extLst>
          </p:cNvPr>
          <p:cNvSpPr/>
          <p:nvPr userDrawn="1"/>
        </p:nvSpPr>
        <p:spPr>
          <a:xfrm rot="5400000">
            <a:off x="11400000" y="6066000"/>
            <a:ext cx="792000" cy="7920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703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</p:sldLayoutIdLst>
  <p:txStyles>
    <p:titleStyle>
      <a:lvl1pPr algn="l" defTabSz="914400" rtl="0" eaLnBrk="1" latinLnBrk="0" hangingPunct="1">
        <a:lnSpc>
          <a:spcPct val="105000"/>
        </a:lnSpc>
        <a:spcBef>
          <a:spcPct val="0"/>
        </a:spcBef>
        <a:buNone/>
        <a:defRPr sz="40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914400" rtl="0" eaLnBrk="1" latinLnBrk="0" hangingPunct="1">
        <a:lnSpc>
          <a:spcPct val="120000"/>
        </a:lnSpc>
        <a:spcBef>
          <a:spcPts val="0"/>
        </a:spcBef>
        <a:buClrTx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lnSpc>
          <a:spcPct val="120000"/>
        </a:lnSpc>
        <a:spcBef>
          <a:spcPts val="0"/>
        </a:spcBef>
        <a:buClrTx/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lnSpc>
          <a:spcPct val="120000"/>
        </a:lnSpc>
        <a:spcBef>
          <a:spcPts val="0"/>
        </a:spcBef>
        <a:buClrTx/>
        <a:buFont typeface="Arial" panose="020B060402020202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lnSpc>
          <a:spcPct val="120000"/>
        </a:lnSpc>
        <a:spcBef>
          <a:spcPts val="0"/>
        </a:spcBef>
        <a:buClrTx/>
        <a:buSzPct val="80000"/>
        <a:buFont typeface="Arial" panose="020B0604020202020204" pitchFamily="34" charset="0"/>
        <a:buChar char="□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lnSpc>
          <a:spcPct val="120000"/>
        </a:lnSpc>
        <a:spcBef>
          <a:spcPts val="0"/>
        </a:spcBef>
        <a:buClrTx/>
        <a:buSzPct val="90000"/>
        <a:buFont typeface="Arial" panose="020B0604020202020204" pitchFamily="34" charset="0"/>
        <a:buChar char="○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~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20000"/>
        </a:lnSpc>
        <a:spcBef>
          <a:spcPts val="0"/>
        </a:spcBef>
        <a:buClr>
          <a:schemeClr val="bg1"/>
        </a:buClr>
        <a:buSzPct val="25000"/>
        <a:buFont typeface="Arial" panose="020B0604020202020204" pitchFamily="34" charset="0"/>
        <a:buChar char="'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20000"/>
        </a:lnSpc>
        <a:spcBef>
          <a:spcPts val="0"/>
        </a:spcBef>
        <a:buClr>
          <a:schemeClr val="bg1"/>
        </a:buClr>
        <a:buSzPct val="25000"/>
        <a:buFont typeface="Arial" panose="020B0604020202020204" pitchFamily="34" charset="0"/>
        <a:buChar char="'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" indent="-360000" algn="l" defTabSz="914400" rtl="0" eaLnBrk="1" latinLnBrk="0" hangingPunct="1">
        <a:lnSpc>
          <a:spcPct val="120000"/>
        </a:lnSpc>
        <a:spcBef>
          <a:spcPts val="0"/>
        </a:spcBef>
        <a:buFont typeface="+mj-lt"/>
        <a:buAutoNum type="arabicPeriod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228600" rIns="228600" bIns="228600" anchor="ctr" anchorCtr="0">
            <a:noAutofit/>
          </a:bodyPr>
          <a:lstStyle>
            <a:lvl1pPr marR="0" lvl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433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8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914400" marR="0" lvl="1" indent="-34036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1371600" marR="0" lvl="2" indent="-326389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4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1828800" marR="0" lvl="3" indent="-312419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2286000" marR="0" lvl="4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2743200" marR="0" lvl="5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3200400" marR="0" lvl="6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3657600" marR="0" lvl="7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4114800" marR="0" lvl="8" indent="-31242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tabLst/>
              <a:defRPr/>
            </a:pP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Rockwell"/>
              <a:sym typeface="Rockwell"/>
            </a:endParaRPr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tabLst/>
              <a:defRPr/>
            </a:pP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Rockwell"/>
              <a:sym typeface="Rockwell"/>
            </a:endParaRPr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defRPr sz="1000" b="0" i="0" u="none" strike="noStrike" cap="non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Rockwell"/>
              <a:buNone/>
              <a:tabLst/>
              <a:defRPr/>
            </a:pPr>
            <a:fld id="{00000000-1234-1234-1234-123412341234}" type="slidenum"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Rockwell"/>
                <a:sym typeface="Rockwel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000"/>
                <a:buFont typeface="Rockwell"/>
                <a:buNone/>
                <a:tabLst/>
                <a:defRPr/>
              </a:pPr>
              <a:t>‹#›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Rockwell"/>
              <a:sym typeface="Rockwell"/>
            </a:endParaRPr>
          </a:p>
        </p:txBody>
      </p:sp>
    </p:spTree>
    <p:extLst>
      <p:ext uri="{BB962C8B-B14F-4D97-AF65-F5344CB8AC3E}">
        <p14:creationId xmlns:p14="http://schemas.microsoft.com/office/powerpoint/2010/main" val="72359006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1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adamcaudill.com/2017/10/04/exploiting-jackson-rce-cve-2017-7525/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Security </a:t>
            </a:r>
            <a:r>
              <a:rPr lang="en-NL" dirty="0" smtClean="0"/>
              <a:t>…</a:t>
            </a:r>
            <a:r>
              <a:rPr lang="en-US" dirty="0" smtClean="0"/>
              <a:t> and practice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Ingmar van der Steen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sz="1600" dirty="0" smtClean="0"/>
              <a:t>ingmars@infosupport.com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64630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Security, why bother?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035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Security, why bother?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Isn’t that up to the infra people?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853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Security, why bother?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Isn’t that up to the infra people?</a:t>
            </a:r>
          </a:p>
          <a:p>
            <a:endParaRPr lang="en-US" dirty="0"/>
          </a:p>
          <a:p>
            <a:r>
              <a:rPr lang="en-US" dirty="0" smtClean="0"/>
              <a:t>We use technology XYZ, aren’t we secure by default?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696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Security, why bother?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Isn’t that up to the infra people?</a:t>
            </a:r>
          </a:p>
          <a:p>
            <a:endParaRPr lang="en-US" dirty="0"/>
          </a:p>
          <a:p>
            <a:r>
              <a:rPr lang="en-US" dirty="0" smtClean="0"/>
              <a:t>We use technology XYZ, aren’t we secure by default?</a:t>
            </a:r>
          </a:p>
          <a:p>
            <a:endParaRPr lang="en-US" dirty="0"/>
          </a:p>
          <a:p>
            <a:r>
              <a:rPr lang="en-US" dirty="0" smtClean="0"/>
              <a:t>Don’t we hire people to do security?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381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Security, why bother?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Isn’t that up to the infra people?</a:t>
            </a:r>
          </a:p>
          <a:p>
            <a:endParaRPr lang="en-US" dirty="0" smtClean="0"/>
          </a:p>
          <a:p>
            <a:r>
              <a:rPr lang="en-US" dirty="0" smtClean="0"/>
              <a:t>We use technology XYZ, aren’t we secure by default?</a:t>
            </a:r>
          </a:p>
          <a:p>
            <a:endParaRPr lang="en-US" dirty="0"/>
          </a:p>
          <a:p>
            <a:r>
              <a:rPr lang="en-US" dirty="0" smtClean="0"/>
              <a:t>Don’t we hire people to do security?</a:t>
            </a:r>
          </a:p>
          <a:p>
            <a:endParaRPr lang="en-US" dirty="0"/>
          </a:p>
          <a:p>
            <a:r>
              <a:rPr lang="en-US" dirty="0" smtClean="0"/>
              <a:t>We didn’t have any security incident, aren’t we doing fine?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869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8FE3"/>
        </a:solidFill>
        <a:effectLst/>
      </p:bgPr>
    </p:bg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p23"/>
          <p:cNvPicPr preferRelativeResize="0"/>
          <p:nvPr/>
        </p:nvPicPr>
        <p:blipFill rotWithShape="1">
          <a:blip r:embed="rId3">
            <a:alphaModFix/>
          </a:blip>
          <a:srcRect l="4708" t="21505" r="5257" b="11996"/>
          <a:stretch/>
        </p:blipFill>
        <p:spPr>
          <a:xfrm>
            <a:off x="2378965" y="1295265"/>
            <a:ext cx="7434071" cy="5029471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23"/>
          <p:cNvSpPr txBox="1"/>
          <p:nvPr/>
        </p:nvSpPr>
        <p:spPr>
          <a:xfrm>
            <a:off x="656975" y="457200"/>
            <a:ext cx="5209800" cy="613200"/>
          </a:xfrm>
          <a:prstGeom prst="rect">
            <a:avLst/>
          </a:prstGeom>
          <a:noFill/>
          <a:ln>
            <a:noFill/>
          </a:ln>
          <a:effectLst>
            <a:outerShdw blurRad="57150" dist="47625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roid Sans"/>
                <a:ea typeface="Droid Sans"/>
                <a:cs typeface="Droid Sans"/>
                <a:sym typeface="Droid Sans"/>
              </a:rPr>
              <a:t>The Digital Company</a:t>
            </a:r>
            <a:endParaRPr kumimoji="0" sz="36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roid Sans"/>
              <a:ea typeface="Droid Sans"/>
              <a:cs typeface="Droid Sans"/>
              <a:sym typeface="Droid Sans"/>
            </a:endParaRPr>
          </a:p>
        </p:txBody>
      </p:sp>
      <p:cxnSp>
        <p:nvCxnSpPr>
          <p:cNvPr id="443" name="Google Shape;443;p23"/>
          <p:cNvCxnSpPr/>
          <p:nvPr/>
        </p:nvCxnSpPr>
        <p:spPr>
          <a:xfrm>
            <a:off x="4270075" y="3234906"/>
            <a:ext cx="1199072" cy="388188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dot"/>
            <a:round/>
            <a:headEnd type="none" w="med" len="med"/>
            <a:tailEnd type="triangl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cxnSp>
      <p:cxnSp>
        <p:nvCxnSpPr>
          <p:cNvPr id="444" name="Google Shape;444;p23"/>
          <p:cNvCxnSpPr/>
          <p:nvPr/>
        </p:nvCxnSpPr>
        <p:spPr>
          <a:xfrm>
            <a:off x="6427750" y="4462950"/>
            <a:ext cx="817800" cy="774900"/>
          </a:xfrm>
          <a:prstGeom prst="straightConnector1">
            <a:avLst/>
          </a:prstGeom>
          <a:noFill/>
          <a:ln w="38100" cap="flat" cmpd="sng">
            <a:solidFill>
              <a:srgbClr val="FF6600"/>
            </a:solidFill>
            <a:prstDash val="solid"/>
            <a:round/>
            <a:headEnd type="none" w="med" len="med"/>
            <a:tailEnd type="triangl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cxnSp>
      <p:cxnSp>
        <p:nvCxnSpPr>
          <p:cNvPr id="445" name="Google Shape;445;p23"/>
          <p:cNvCxnSpPr/>
          <p:nvPr/>
        </p:nvCxnSpPr>
        <p:spPr>
          <a:xfrm flipH="1">
            <a:off x="6198253" y="4449407"/>
            <a:ext cx="229500" cy="1119300"/>
          </a:xfrm>
          <a:prstGeom prst="straightConnector1">
            <a:avLst/>
          </a:prstGeom>
          <a:noFill/>
          <a:ln w="38100" cap="flat" cmpd="sng">
            <a:solidFill>
              <a:srgbClr val="FF6600"/>
            </a:solidFill>
            <a:prstDash val="solid"/>
            <a:round/>
            <a:headEnd type="none" w="med" len="med"/>
            <a:tailEnd type="triangl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cxnSp>
      <p:sp>
        <p:nvSpPr>
          <p:cNvPr id="11" name="Google Shape;787;p45"/>
          <p:cNvSpPr txBox="1"/>
          <p:nvPr/>
        </p:nvSpPr>
        <p:spPr>
          <a:xfrm>
            <a:off x="676762" y="1075000"/>
            <a:ext cx="5209800" cy="613200"/>
          </a:xfrm>
          <a:prstGeom prst="rect">
            <a:avLst/>
          </a:prstGeom>
          <a:noFill/>
          <a:ln>
            <a:noFill/>
          </a:ln>
          <a:effectLst>
            <a:outerShdw blurRad="57150" dist="47625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roid Sans"/>
                <a:ea typeface="Droid Sans"/>
                <a:cs typeface="Droid Sans"/>
                <a:sym typeface="Droid Sans"/>
              </a:rPr>
              <a:t>Current</a:t>
            </a:r>
            <a:endParaRPr kumimoji="0" sz="1800" b="1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roid Sans"/>
              <a:ea typeface="Droid Sans"/>
              <a:cs typeface="Droid Sans"/>
              <a:sym typeface="Droid Sans"/>
            </a:endParaRPr>
          </a:p>
        </p:txBody>
      </p:sp>
    </p:spTree>
    <p:extLst>
      <p:ext uri="{BB962C8B-B14F-4D97-AF65-F5344CB8AC3E}">
        <p14:creationId xmlns:p14="http://schemas.microsoft.com/office/powerpoint/2010/main" val="13992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8FE3"/>
        </a:solidFill>
        <a:effectLst/>
      </p:bgPr>
    </p:bg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4" name="Google Shape;784;p45"/>
          <p:cNvPicPr preferRelativeResize="0"/>
          <p:nvPr/>
        </p:nvPicPr>
        <p:blipFill rotWithShape="1">
          <a:blip r:embed="rId3">
            <a:alphaModFix/>
          </a:blip>
          <a:srcRect l="5229" t="21379" r="6431" b="12999"/>
          <a:stretch/>
        </p:blipFill>
        <p:spPr>
          <a:xfrm>
            <a:off x="2317058" y="1255318"/>
            <a:ext cx="7434071" cy="50291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5" name="Google Shape;785;p45"/>
          <p:cNvGrpSpPr/>
          <p:nvPr/>
        </p:nvGrpSpPr>
        <p:grpSpPr>
          <a:xfrm>
            <a:off x="656975" y="457200"/>
            <a:ext cx="5229587" cy="1231000"/>
            <a:chOff x="656975" y="457200"/>
            <a:chExt cx="5229587" cy="1231000"/>
          </a:xfrm>
        </p:grpSpPr>
        <p:sp>
          <p:nvSpPr>
            <p:cNvPr id="786" name="Google Shape;786;p45"/>
            <p:cNvSpPr txBox="1"/>
            <p:nvPr/>
          </p:nvSpPr>
          <p:spPr>
            <a:xfrm>
              <a:off x="656975" y="457200"/>
              <a:ext cx="5209800" cy="6132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47625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36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roid Sans"/>
                  <a:ea typeface="Droid Sans"/>
                  <a:cs typeface="Droid Sans"/>
                  <a:sym typeface="Droid Sans"/>
                </a:rPr>
                <a:t>The Digital Company</a:t>
              </a:r>
              <a:endParaRPr kumimoji="0" sz="3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87" name="Google Shape;787;p45"/>
            <p:cNvSpPr txBox="1"/>
            <p:nvPr/>
          </p:nvSpPr>
          <p:spPr>
            <a:xfrm>
              <a:off x="676762" y="1075000"/>
              <a:ext cx="5209800" cy="6132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47625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roid Sans"/>
                  <a:ea typeface="Droid Sans"/>
                  <a:cs typeface="Droid Sans"/>
                  <a:sym typeface="Droid Sans"/>
                </a:rPr>
                <a:t>Target</a:t>
              </a:r>
              <a:endParaRPr kumimoji="0" sz="18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7" name="Google Shape;788;p45"/>
          <p:cNvCxnSpPr/>
          <p:nvPr/>
        </p:nvCxnSpPr>
        <p:spPr>
          <a:xfrm flipH="1" flipV="1">
            <a:off x="4659711" y="3382087"/>
            <a:ext cx="1226851" cy="491173"/>
          </a:xfrm>
          <a:prstGeom prst="straightConnector1">
            <a:avLst/>
          </a:prstGeom>
          <a:noFill/>
          <a:ln w="38100" cap="flat" cmpd="sng">
            <a:solidFill>
              <a:srgbClr val="FF6600"/>
            </a:solidFill>
            <a:prstDash val="solid"/>
            <a:round/>
            <a:headEnd type="none" w="med" len="med"/>
            <a:tailEnd type="triangl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978983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3 area’s of our technology policy</a:t>
            </a:r>
            <a:endParaRPr lang="en-US" dirty="0"/>
          </a:p>
        </p:txBody>
      </p:sp>
      <p:graphicFrame>
        <p:nvGraphicFramePr>
          <p:cNvPr id="95" name="Content Placeholder 94"/>
          <p:cNvGraphicFramePr>
            <a:graphicFrameLocks noGrp="1"/>
          </p:cNvGraphicFramePr>
          <p:nvPr>
            <p:ph idx="1"/>
            <p:extLst/>
          </p:nvPr>
        </p:nvGraphicFramePr>
        <p:xfrm>
          <a:off x="1295400" y="2016125"/>
          <a:ext cx="986472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8242">
                  <a:extLst>
                    <a:ext uri="{9D8B030D-6E8A-4147-A177-3AD203B41FA5}">
                      <a16:colId xmlns:a16="http://schemas.microsoft.com/office/drawing/2014/main" val="782918432"/>
                    </a:ext>
                  </a:extLst>
                </a:gridCol>
                <a:gridCol w="3288242">
                  <a:extLst>
                    <a:ext uri="{9D8B030D-6E8A-4147-A177-3AD203B41FA5}">
                      <a16:colId xmlns:a16="http://schemas.microsoft.com/office/drawing/2014/main" val="4203654631"/>
                    </a:ext>
                  </a:extLst>
                </a:gridCol>
                <a:gridCol w="3288242">
                  <a:extLst>
                    <a:ext uri="{9D8B030D-6E8A-4147-A177-3AD203B41FA5}">
                      <a16:colId xmlns:a16="http://schemas.microsoft.com/office/drawing/2014/main" val="18648532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Software Architecture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Way of Working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&amp; AI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136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0788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does security fit in these areas?</a:t>
            </a:r>
            <a:endParaRPr lang="en-US" dirty="0"/>
          </a:p>
        </p:txBody>
      </p:sp>
      <p:graphicFrame>
        <p:nvGraphicFramePr>
          <p:cNvPr id="95" name="Content Placeholder 94"/>
          <p:cNvGraphicFramePr>
            <a:graphicFrameLocks noGrp="1"/>
          </p:cNvGraphicFramePr>
          <p:nvPr>
            <p:ph idx="1"/>
            <p:extLst/>
          </p:nvPr>
        </p:nvGraphicFramePr>
        <p:xfrm>
          <a:off x="1295400" y="2016125"/>
          <a:ext cx="986472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8242">
                  <a:extLst>
                    <a:ext uri="{9D8B030D-6E8A-4147-A177-3AD203B41FA5}">
                      <a16:colId xmlns:a16="http://schemas.microsoft.com/office/drawing/2014/main" val="782918432"/>
                    </a:ext>
                  </a:extLst>
                </a:gridCol>
                <a:gridCol w="3288242">
                  <a:extLst>
                    <a:ext uri="{9D8B030D-6E8A-4147-A177-3AD203B41FA5}">
                      <a16:colId xmlns:a16="http://schemas.microsoft.com/office/drawing/2014/main" val="4203654631"/>
                    </a:ext>
                  </a:extLst>
                </a:gridCol>
                <a:gridCol w="3288242">
                  <a:extLst>
                    <a:ext uri="{9D8B030D-6E8A-4147-A177-3AD203B41FA5}">
                      <a16:colId xmlns:a16="http://schemas.microsoft.com/office/drawing/2014/main" val="18648532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Software Architecture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Way of Working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&amp; AI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136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322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security fit in these areas?</a:t>
            </a:r>
          </a:p>
        </p:txBody>
      </p:sp>
      <p:graphicFrame>
        <p:nvGraphicFramePr>
          <p:cNvPr id="95" name="Content Placeholder 9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9206997"/>
              </p:ext>
            </p:extLst>
          </p:nvPr>
        </p:nvGraphicFramePr>
        <p:xfrm>
          <a:off x="1295400" y="2016125"/>
          <a:ext cx="986472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8242">
                  <a:extLst>
                    <a:ext uri="{9D8B030D-6E8A-4147-A177-3AD203B41FA5}">
                      <a16:colId xmlns:a16="http://schemas.microsoft.com/office/drawing/2014/main" val="782918432"/>
                    </a:ext>
                  </a:extLst>
                </a:gridCol>
                <a:gridCol w="3288242">
                  <a:extLst>
                    <a:ext uri="{9D8B030D-6E8A-4147-A177-3AD203B41FA5}">
                      <a16:colId xmlns:a16="http://schemas.microsoft.com/office/drawing/2014/main" val="4203654631"/>
                    </a:ext>
                  </a:extLst>
                </a:gridCol>
                <a:gridCol w="3288242">
                  <a:extLst>
                    <a:ext uri="{9D8B030D-6E8A-4147-A177-3AD203B41FA5}">
                      <a16:colId xmlns:a16="http://schemas.microsoft.com/office/drawing/2014/main" val="18648532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Software Architecture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Way of Working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&amp; AI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136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secure software coding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6503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secure software design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459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security &amp; </a:t>
                      </a:r>
                      <a:r>
                        <a:rPr lang="en-US" dirty="0" err="1" smtClean="0"/>
                        <a:t>iOT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677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93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972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60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security fit in these areas?</a:t>
            </a:r>
          </a:p>
        </p:txBody>
      </p:sp>
      <p:graphicFrame>
        <p:nvGraphicFramePr>
          <p:cNvPr id="95" name="Content Placeholder 9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7687219"/>
              </p:ext>
            </p:extLst>
          </p:nvPr>
        </p:nvGraphicFramePr>
        <p:xfrm>
          <a:off x="1295400" y="2016125"/>
          <a:ext cx="986472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8242">
                  <a:extLst>
                    <a:ext uri="{9D8B030D-6E8A-4147-A177-3AD203B41FA5}">
                      <a16:colId xmlns:a16="http://schemas.microsoft.com/office/drawing/2014/main" val="782918432"/>
                    </a:ext>
                  </a:extLst>
                </a:gridCol>
                <a:gridCol w="3288242">
                  <a:extLst>
                    <a:ext uri="{9D8B030D-6E8A-4147-A177-3AD203B41FA5}">
                      <a16:colId xmlns:a16="http://schemas.microsoft.com/office/drawing/2014/main" val="4203654631"/>
                    </a:ext>
                  </a:extLst>
                </a:gridCol>
                <a:gridCol w="3288242">
                  <a:extLst>
                    <a:ext uri="{9D8B030D-6E8A-4147-A177-3AD203B41FA5}">
                      <a16:colId xmlns:a16="http://schemas.microsoft.com/office/drawing/2014/main" val="18648532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Software Architecture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Way of Working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&amp; AI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136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secure software coding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security testing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6503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secure software design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secure deployment &amp; ops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459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security &amp; </a:t>
                      </a:r>
                      <a:r>
                        <a:rPr lang="en-US" dirty="0" err="1" smtClean="0"/>
                        <a:t>iOT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security maturity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677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security &amp; being agile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25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releasing</a:t>
                      </a:r>
                      <a:r>
                        <a:rPr lang="en-US" baseline="0" dirty="0" smtClean="0"/>
                        <a:t> secure software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342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1132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security fit in these areas?</a:t>
            </a:r>
          </a:p>
        </p:txBody>
      </p:sp>
      <p:graphicFrame>
        <p:nvGraphicFramePr>
          <p:cNvPr id="95" name="Content Placeholder 9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3343418"/>
              </p:ext>
            </p:extLst>
          </p:nvPr>
        </p:nvGraphicFramePr>
        <p:xfrm>
          <a:off x="1295400" y="2016125"/>
          <a:ext cx="986472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8242">
                  <a:extLst>
                    <a:ext uri="{9D8B030D-6E8A-4147-A177-3AD203B41FA5}">
                      <a16:colId xmlns:a16="http://schemas.microsoft.com/office/drawing/2014/main" val="782918432"/>
                    </a:ext>
                  </a:extLst>
                </a:gridCol>
                <a:gridCol w="3288242">
                  <a:extLst>
                    <a:ext uri="{9D8B030D-6E8A-4147-A177-3AD203B41FA5}">
                      <a16:colId xmlns:a16="http://schemas.microsoft.com/office/drawing/2014/main" val="4203654631"/>
                    </a:ext>
                  </a:extLst>
                </a:gridCol>
                <a:gridCol w="3288242">
                  <a:extLst>
                    <a:ext uri="{9D8B030D-6E8A-4147-A177-3AD203B41FA5}">
                      <a16:colId xmlns:a16="http://schemas.microsoft.com/office/drawing/2014/main" val="18648532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Software Architecture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Way of Working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&amp; AI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136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secure software coding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security testing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security &amp;</a:t>
                      </a:r>
                      <a:r>
                        <a:rPr lang="en-US" baseline="0" dirty="0" smtClean="0"/>
                        <a:t> AI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6503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secure software design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secure deployment &amp; ops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cloud security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459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security &amp; </a:t>
                      </a:r>
                      <a:r>
                        <a:rPr lang="en-US" dirty="0" err="1" smtClean="0"/>
                        <a:t>iOT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security maturity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privacy, compliancy and policy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677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security &amp; being agile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25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releasing</a:t>
                      </a:r>
                      <a:r>
                        <a:rPr lang="en-US" baseline="0" dirty="0" smtClean="0"/>
                        <a:t> secure software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342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1262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security fit in these areas?</a:t>
            </a:r>
          </a:p>
        </p:txBody>
      </p:sp>
      <p:graphicFrame>
        <p:nvGraphicFramePr>
          <p:cNvPr id="95" name="Content Placeholder 9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9985434"/>
              </p:ext>
            </p:extLst>
          </p:nvPr>
        </p:nvGraphicFramePr>
        <p:xfrm>
          <a:off x="1295400" y="2016125"/>
          <a:ext cx="986472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8242">
                  <a:extLst>
                    <a:ext uri="{9D8B030D-6E8A-4147-A177-3AD203B41FA5}">
                      <a16:colId xmlns:a16="http://schemas.microsoft.com/office/drawing/2014/main" val="782918432"/>
                    </a:ext>
                  </a:extLst>
                </a:gridCol>
                <a:gridCol w="3288242">
                  <a:extLst>
                    <a:ext uri="{9D8B030D-6E8A-4147-A177-3AD203B41FA5}">
                      <a16:colId xmlns:a16="http://schemas.microsoft.com/office/drawing/2014/main" val="4203654631"/>
                    </a:ext>
                  </a:extLst>
                </a:gridCol>
                <a:gridCol w="3288242">
                  <a:extLst>
                    <a:ext uri="{9D8B030D-6E8A-4147-A177-3AD203B41FA5}">
                      <a16:colId xmlns:a16="http://schemas.microsoft.com/office/drawing/2014/main" val="18648532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Software Architecture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Way of Working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&amp; AI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136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secure software coding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security testing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 smtClean="0"/>
                        <a:t>security &amp;</a:t>
                      </a:r>
                      <a:r>
                        <a:rPr lang="en-US" b="0" i="0" baseline="0" dirty="0" smtClean="0"/>
                        <a:t> AI</a:t>
                      </a:r>
                      <a:endParaRPr lang="en-US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6503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secure software design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secure deployment &amp; ops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 smtClean="0"/>
                        <a:t>cloud security</a:t>
                      </a:r>
                      <a:endParaRPr lang="en-US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459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security &amp; </a:t>
                      </a:r>
                      <a:r>
                        <a:rPr lang="en-US" dirty="0" err="1" smtClean="0"/>
                        <a:t>iOT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security maturity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privacy, compliancy and policy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677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security &amp; being agile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25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releasing</a:t>
                      </a:r>
                      <a:r>
                        <a:rPr lang="en-US" b="1" baseline="0" dirty="0" smtClean="0"/>
                        <a:t> secure software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342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162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Security Maturity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smtClean="0"/>
              <a:t>Measure Security Maturity at our clients</a:t>
            </a:r>
            <a:br>
              <a:rPr lang="nl-NL" dirty="0" smtClean="0"/>
            </a:br>
            <a:endParaRPr lang="nl-NL" dirty="0" smtClean="0"/>
          </a:p>
          <a:p>
            <a:r>
              <a:rPr lang="nl-NL" dirty="0" smtClean="0"/>
              <a:t>Creating awareness</a:t>
            </a:r>
            <a:br>
              <a:rPr lang="nl-NL" dirty="0" smtClean="0"/>
            </a:br>
            <a:endParaRPr lang="nl-NL" dirty="0" smtClean="0"/>
          </a:p>
          <a:p>
            <a:r>
              <a:rPr lang="nl-NL" dirty="0" smtClean="0"/>
              <a:t>Communication towards stakeholders: </a:t>
            </a:r>
            <a:br>
              <a:rPr lang="nl-NL" dirty="0" smtClean="0"/>
            </a:br>
            <a:r>
              <a:rPr lang="nl-NL" i="1" dirty="0" smtClean="0"/>
              <a:t>“How do you become digitally succesful?”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372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012" y="685800"/>
            <a:ext cx="6657975" cy="54864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35" y="319216"/>
            <a:ext cx="3687462" cy="101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737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35" y="319216"/>
            <a:ext cx="3687462" cy="101026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2338" y="196638"/>
            <a:ext cx="5380673" cy="666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419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35" y="319216"/>
            <a:ext cx="3687462" cy="1010264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638505"/>
              </p:ext>
            </p:extLst>
          </p:nvPr>
        </p:nvGraphicFramePr>
        <p:xfrm>
          <a:off x="453080" y="2078182"/>
          <a:ext cx="2204395" cy="24366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4395">
                  <a:extLst>
                    <a:ext uri="{9D8B030D-6E8A-4147-A177-3AD203B41FA5}">
                      <a16:colId xmlns:a16="http://schemas.microsoft.com/office/drawing/2014/main" val="1736714310"/>
                    </a:ext>
                  </a:extLst>
                </a:gridCol>
              </a:tblGrid>
              <a:tr h="41217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Domain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27237029"/>
                  </a:ext>
                </a:extLst>
              </a:tr>
              <a:tr h="40489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 smtClean="0">
                          <a:effectLst/>
                        </a:rPr>
                        <a:t>Security by Design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B0F0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847776"/>
                  </a:ext>
                </a:extLst>
              </a:tr>
              <a:tr h="40489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 smtClean="0">
                          <a:effectLst/>
                        </a:rPr>
                        <a:t>Development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C00000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267307"/>
                  </a:ext>
                </a:extLst>
              </a:tr>
              <a:tr h="40489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 smtClean="0">
                          <a:effectLst/>
                        </a:rPr>
                        <a:t>Security</a:t>
                      </a:r>
                      <a:r>
                        <a:rPr lang="en-US" sz="1600" b="0" u="none" strike="noStrike" baseline="0" dirty="0" smtClean="0">
                          <a:effectLst/>
                        </a:rPr>
                        <a:t> Testing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B050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401717"/>
                  </a:ext>
                </a:extLst>
              </a:tr>
              <a:tr h="40489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 smtClean="0">
                          <a:effectLst/>
                        </a:rPr>
                        <a:t>Process</a:t>
                      </a:r>
                      <a:r>
                        <a:rPr lang="en-US" sz="1600" b="0" u="none" strike="noStrike" baseline="0" dirty="0" smtClean="0">
                          <a:effectLst/>
                        </a:rPr>
                        <a:t> &amp; Documentation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7030A0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723013"/>
                  </a:ext>
                </a:extLst>
              </a:tr>
              <a:tr h="40489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 smtClean="0">
                          <a:effectLst/>
                        </a:rPr>
                        <a:t>People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FF00">
                        <a:alpha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090214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2338" y="196638"/>
            <a:ext cx="5380673" cy="666136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206239" y="3208020"/>
            <a:ext cx="1328557" cy="152400"/>
          </a:xfrm>
          <a:prstGeom prst="rect">
            <a:avLst/>
          </a:prstGeom>
          <a:solidFill>
            <a:schemeClr val="accent1">
              <a:alpha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837434" y="1177080"/>
            <a:ext cx="1328557" cy="152400"/>
          </a:xfrm>
          <a:prstGeom prst="rect">
            <a:avLst/>
          </a:prstGeom>
          <a:solidFill>
            <a:schemeClr val="accent1">
              <a:alpha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511936" y="3215640"/>
            <a:ext cx="1328557" cy="152400"/>
          </a:xfrm>
          <a:prstGeom prst="rect">
            <a:avLst/>
          </a:prstGeom>
          <a:solidFill>
            <a:schemeClr val="accent1">
              <a:alpha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524117" y="5284260"/>
            <a:ext cx="1328557" cy="152400"/>
          </a:xfrm>
          <a:prstGeom prst="rect">
            <a:avLst/>
          </a:prstGeom>
          <a:solidFill>
            <a:schemeClr val="accent1">
              <a:alpha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524117" y="1177080"/>
            <a:ext cx="1328557" cy="152400"/>
          </a:xfrm>
          <a:prstGeom prst="rect">
            <a:avLst/>
          </a:prstGeom>
          <a:solidFill>
            <a:schemeClr val="accent1">
              <a:alpha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524116" y="1337100"/>
            <a:ext cx="1328557" cy="152400"/>
          </a:xfrm>
          <a:prstGeom prst="rect">
            <a:avLst/>
          </a:prstGeom>
          <a:solidFill>
            <a:schemeClr val="accent1">
              <a:alpha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511935" y="1929382"/>
            <a:ext cx="1328557" cy="152400"/>
          </a:xfrm>
          <a:prstGeom prst="rect">
            <a:avLst/>
          </a:prstGeom>
          <a:solidFill>
            <a:schemeClr val="accent1">
              <a:alpha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511934" y="1634280"/>
            <a:ext cx="1328557" cy="152400"/>
          </a:xfrm>
          <a:prstGeom prst="rect">
            <a:avLst/>
          </a:prstGeom>
          <a:solidFill>
            <a:schemeClr val="accent1">
              <a:alpha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6840491" y="6191040"/>
            <a:ext cx="1328557" cy="152400"/>
          </a:xfrm>
          <a:prstGeom prst="rect">
            <a:avLst/>
          </a:prstGeom>
          <a:solidFill>
            <a:schemeClr val="accent1">
              <a:alpha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8153808" y="4966230"/>
            <a:ext cx="1328557" cy="152400"/>
          </a:xfrm>
          <a:prstGeom prst="rect">
            <a:avLst/>
          </a:prstGeom>
          <a:solidFill>
            <a:srgbClr val="7030A0">
              <a:alpha val="8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169958" y="1626129"/>
            <a:ext cx="1328557" cy="152400"/>
          </a:xfrm>
          <a:prstGeom prst="rect">
            <a:avLst/>
          </a:prstGeom>
          <a:solidFill>
            <a:srgbClr val="7030A0">
              <a:alpha val="8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153807" y="5118630"/>
            <a:ext cx="1328557" cy="152400"/>
          </a:xfrm>
          <a:prstGeom prst="rect">
            <a:avLst/>
          </a:prstGeom>
          <a:solidFill>
            <a:srgbClr val="7030A0">
              <a:alpha val="8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5511933" y="5115030"/>
            <a:ext cx="1328557" cy="152400"/>
          </a:xfrm>
          <a:prstGeom prst="rect">
            <a:avLst/>
          </a:prstGeom>
          <a:solidFill>
            <a:srgbClr val="7030A0">
              <a:alpha val="8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498515" y="5571225"/>
            <a:ext cx="1328557" cy="152400"/>
          </a:xfrm>
          <a:prstGeom prst="rect">
            <a:avLst/>
          </a:prstGeom>
          <a:solidFill>
            <a:srgbClr val="7030A0">
              <a:alpha val="8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8158370" y="1177080"/>
            <a:ext cx="1328557" cy="152400"/>
          </a:xfrm>
          <a:prstGeom prst="rect">
            <a:avLst/>
          </a:prstGeom>
          <a:solidFill>
            <a:srgbClr val="00B050">
              <a:alpha val="8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6845053" y="4983060"/>
            <a:ext cx="1328557" cy="152400"/>
          </a:xfrm>
          <a:prstGeom prst="rect">
            <a:avLst/>
          </a:prstGeom>
          <a:solidFill>
            <a:srgbClr val="00B050">
              <a:alpha val="8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8153806" y="1481349"/>
            <a:ext cx="1328557" cy="152400"/>
          </a:xfrm>
          <a:prstGeom prst="rect">
            <a:avLst/>
          </a:prstGeom>
          <a:solidFill>
            <a:srgbClr val="00B050">
              <a:alpha val="8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8149244" y="1634280"/>
            <a:ext cx="1328557" cy="152400"/>
          </a:xfrm>
          <a:prstGeom prst="rect">
            <a:avLst/>
          </a:prstGeom>
          <a:solidFill>
            <a:srgbClr val="00B050">
              <a:alpha val="8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8149244" y="1788953"/>
            <a:ext cx="1328557" cy="152400"/>
          </a:xfrm>
          <a:prstGeom prst="rect">
            <a:avLst/>
          </a:prstGeom>
          <a:solidFill>
            <a:srgbClr val="00B050">
              <a:alpha val="8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8149243" y="2083860"/>
            <a:ext cx="1328557" cy="152400"/>
          </a:xfrm>
          <a:prstGeom prst="rect">
            <a:avLst/>
          </a:prstGeom>
          <a:solidFill>
            <a:srgbClr val="00B050">
              <a:alpha val="8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8151991" y="3222518"/>
            <a:ext cx="1328557" cy="152400"/>
          </a:xfrm>
          <a:prstGeom prst="rect">
            <a:avLst/>
          </a:prstGeom>
          <a:solidFill>
            <a:srgbClr val="C00000">
              <a:alpha val="8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5498514" y="3063240"/>
            <a:ext cx="1328557" cy="152400"/>
          </a:xfrm>
          <a:prstGeom prst="rect">
            <a:avLst/>
          </a:prstGeom>
          <a:solidFill>
            <a:srgbClr val="C00000">
              <a:alpha val="8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6825249" y="3062709"/>
            <a:ext cx="1328557" cy="152400"/>
          </a:xfrm>
          <a:prstGeom prst="rect">
            <a:avLst/>
          </a:prstGeom>
          <a:solidFill>
            <a:srgbClr val="C00000">
              <a:alpha val="8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6825249" y="3224055"/>
            <a:ext cx="1328557" cy="152400"/>
          </a:xfrm>
          <a:prstGeom prst="rect">
            <a:avLst/>
          </a:prstGeom>
          <a:solidFill>
            <a:srgbClr val="C00000">
              <a:alpha val="8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8153806" y="3062709"/>
            <a:ext cx="1328557" cy="152400"/>
          </a:xfrm>
          <a:prstGeom prst="rect">
            <a:avLst/>
          </a:prstGeom>
          <a:solidFill>
            <a:srgbClr val="C00000">
              <a:alpha val="8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6820686" y="3817089"/>
            <a:ext cx="1328557" cy="152400"/>
          </a:xfrm>
          <a:prstGeom prst="rect">
            <a:avLst/>
          </a:prstGeom>
          <a:solidFill>
            <a:srgbClr val="C00000">
              <a:alpha val="8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5492129" y="6187383"/>
            <a:ext cx="1328557" cy="152400"/>
          </a:xfrm>
          <a:prstGeom prst="rect">
            <a:avLst/>
          </a:prstGeom>
          <a:solidFill>
            <a:srgbClr val="C00000">
              <a:alpha val="8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4201673" y="4983060"/>
            <a:ext cx="1328557" cy="152400"/>
          </a:xfrm>
          <a:prstGeom prst="rect">
            <a:avLst/>
          </a:prstGeom>
          <a:solidFill>
            <a:srgbClr val="FFFF00">
              <a:alpha val="8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4194053" y="1472806"/>
            <a:ext cx="1328557" cy="152400"/>
          </a:xfrm>
          <a:prstGeom prst="rect">
            <a:avLst/>
          </a:prstGeom>
          <a:solidFill>
            <a:srgbClr val="FFFF00">
              <a:alpha val="8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4194052" y="5432821"/>
            <a:ext cx="1328557" cy="152400"/>
          </a:xfrm>
          <a:prstGeom prst="rect">
            <a:avLst/>
          </a:prstGeom>
          <a:solidFill>
            <a:srgbClr val="FFFF00">
              <a:alpha val="8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4194051" y="2079897"/>
            <a:ext cx="1328557" cy="152400"/>
          </a:xfrm>
          <a:prstGeom prst="rect">
            <a:avLst/>
          </a:prstGeom>
          <a:solidFill>
            <a:srgbClr val="FFFF00">
              <a:alpha val="8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4192818" y="5585221"/>
            <a:ext cx="1328557" cy="152400"/>
          </a:xfrm>
          <a:prstGeom prst="rect">
            <a:avLst/>
          </a:prstGeom>
          <a:solidFill>
            <a:srgbClr val="FFFF00">
              <a:alpha val="8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4200484" y="5875020"/>
            <a:ext cx="1328557" cy="152400"/>
          </a:xfrm>
          <a:prstGeom prst="rect">
            <a:avLst/>
          </a:prstGeom>
          <a:solidFill>
            <a:srgbClr val="FFFF00">
              <a:alpha val="8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14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848" y="210834"/>
            <a:ext cx="9759710" cy="644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382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security fit in these areas?</a:t>
            </a:r>
          </a:p>
        </p:txBody>
      </p:sp>
      <p:graphicFrame>
        <p:nvGraphicFramePr>
          <p:cNvPr id="95" name="Content Placeholder 9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4368792"/>
              </p:ext>
            </p:extLst>
          </p:nvPr>
        </p:nvGraphicFramePr>
        <p:xfrm>
          <a:off x="1295400" y="2016125"/>
          <a:ext cx="986472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8242">
                  <a:extLst>
                    <a:ext uri="{9D8B030D-6E8A-4147-A177-3AD203B41FA5}">
                      <a16:colId xmlns:a16="http://schemas.microsoft.com/office/drawing/2014/main" val="782918432"/>
                    </a:ext>
                  </a:extLst>
                </a:gridCol>
                <a:gridCol w="3288242">
                  <a:extLst>
                    <a:ext uri="{9D8B030D-6E8A-4147-A177-3AD203B41FA5}">
                      <a16:colId xmlns:a16="http://schemas.microsoft.com/office/drawing/2014/main" val="4203654631"/>
                    </a:ext>
                  </a:extLst>
                </a:gridCol>
                <a:gridCol w="3288242">
                  <a:extLst>
                    <a:ext uri="{9D8B030D-6E8A-4147-A177-3AD203B41FA5}">
                      <a16:colId xmlns:a16="http://schemas.microsoft.com/office/drawing/2014/main" val="18648532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Software Architecture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Way of Working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&amp; AI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136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smtClean="0"/>
                        <a:t>secure software coding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security testing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security &amp;</a:t>
                      </a:r>
                      <a:r>
                        <a:rPr lang="en-US" baseline="0" dirty="0" smtClean="0"/>
                        <a:t> AI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6503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smtClean="0"/>
                        <a:t>secure software design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secure deployment &amp; ops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cloud security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459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security &amp; </a:t>
                      </a:r>
                      <a:r>
                        <a:rPr lang="en-US" dirty="0" err="1" smtClean="0"/>
                        <a:t>iOT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u="none" dirty="0" smtClean="0">
                          <a:solidFill>
                            <a:srgbClr val="00B050"/>
                          </a:solidFill>
                        </a:rPr>
                        <a:t>security maturity</a:t>
                      </a:r>
                      <a:endParaRPr lang="en-US" b="1" i="0" u="none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privacy, compliancy and policy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677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security &amp; being agile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25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releasing</a:t>
                      </a:r>
                      <a:r>
                        <a:rPr lang="en-US" baseline="0" dirty="0" smtClean="0"/>
                        <a:t> secure software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342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5941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Security &amp; being agile: SCRUM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8387" y="2562225"/>
            <a:ext cx="5238750" cy="3048000"/>
          </a:xfrm>
        </p:spPr>
      </p:pic>
    </p:spTree>
    <p:extLst>
      <p:ext uri="{BB962C8B-B14F-4D97-AF65-F5344CB8AC3E}">
        <p14:creationId xmlns:p14="http://schemas.microsoft.com/office/powerpoint/2010/main" val="3451828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42" name="Google Shape;595;p35"/>
          <p:cNvGrpSpPr/>
          <p:nvPr/>
        </p:nvGrpSpPr>
        <p:grpSpPr>
          <a:xfrm>
            <a:off x="7454481" y="1472038"/>
            <a:ext cx="2324246" cy="2093121"/>
            <a:chOff x="9274654" y="1394400"/>
            <a:chExt cx="2324246" cy="2093121"/>
          </a:xfrm>
        </p:grpSpPr>
        <p:sp>
          <p:nvSpPr>
            <p:cNvPr id="43" name="Google Shape;596;p35"/>
            <p:cNvSpPr/>
            <p:nvPr/>
          </p:nvSpPr>
          <p:spPr>
            <a:xfrm>
              <a:off x="9274654" y="1394400"/>
              <a:ext cx="2324100" cy="1692300"/>
            </a:xfrm>
            <a:prstGeom prst="rect">
              <a:avLst/>
            </a:prstGeom>
            <a:solidFill>
              <a:srgbClr val="434343"/>
            </a:solidFill>
            <a:ln w="152400" cap="flat" cmpd="sng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597;p35"/>
            <p:cNvSpPr/>
            <p:nvPr/>
          </p:nvSpPr>
          <p:spPr>
            <a:xfrm>
              <a:off x="9319800" y="2740300"/>
              <a:ext cx="2279100" cy="346500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98;p35"/>
            <p:cNvSpPr/>
            <p:nvPr/>
          </p:nvSpPr>
          <p:spPr>
            <a:xfrm>
              <a:off x="9862550" y="2231421"/>
              <a:ext cx="1256100" cy="125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Rockwell"/>
                <a:buNone/>
              </a:pPr>
              <a:endParaRPr sz="4800" b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6" name="Google Shape;599;p35"/>
            <p:cNvSpPr txBox="1"/>
            <p:nvPr/>
          </p:nvSpPr>
          <p:spPr>
            <a:xfrm>
              <a:off x="9367450" y="1477825"/>
              <a:ext cx="9177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00FF00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&gt;-</a:t>
              </a:r>
              <a:endParaRPr sz="2400" b="1">
                <a:solidFill>
                  <a:srgbClr val="00FF00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</p:grpSp>
      <p:grpSp>
        <p:nvGrpSpPr>
          <p:cNvPr id="47" name="Google Shape;600;p35"/>
          <p:cNvGrpSpPr/>
          <p:nvPr/>
        </p:nvGrpSpPr>
        <p:grpSpPr>
          <a:xfrm>
            <a:off x="2185074" y="4823831"/>
            <a:ext cx="3825771" cy="1817343"/>
            <a:chOff x="3334800" y="3419475"/>
            <a:chExt cx="4483500" cy="1982700"/>
          </a:xfrm>
        </p:grpSpPr>
        <p:sp>
          <p:nvSpPr>
            <p:cNvPr id="48" name="Google Shape;601;p35"/>
            <p:cNvSpPr/>
            <p:nvPr/>
          </p:nvSpPr>
          <p:spPr>
            <a:xfrm>
              <a:off x="3334800" y="3419475"/>
              <a:ext cx="4483500" cy="1982700"/>
            </a:xfrm>
            <a:prstGeom prst="rect">
              <a:avLst/>
            </a:prstGeom>
            <a:solidFill>
              <a:srgbClr val="FF66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9" name="Google Shape;602;p35"/>
            <p:cNvGrpSpPr/>
            <p:nvPr/>
          </p:nvGrpSpPr>
          <p:grpSpPr>
            <a:xfrm>
              <a:off x="3441725" y="3647350"/>
              <a:ext cx="3656325" cy="1390775"/>
              <a:chOff x="3441725" y="3647350"/>
              <a:chExt cx="3656325" cy="1390775"/>
            </a:xfrm>
          </p:grpSpPr>
          <p:sp>
            <p:nvSpPr>
              <p:cNvPr id="50" name="Google Shape;603;p35"/>
              <p:cNvSpPr txBox="1"/>
              <p:nvPr/>
            </p:nvSpPr>
            <p:spPr>
              <a:xfrm>
                <a:off x="3441725" y="3647350"/>
                <a:ext cx="1551000" cy="43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47625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Droid Sans"/>
                    <a:ea typeface="Droid Sans"/>
                    <a:cs typeface="Droid Sans"/>
                    <a:sym typeface="Droid Sans"/>
                  </a:rPr>
                  <a:t>Complaint</a:t>
                </a:r>
                <a:endParaRPr b="1" dirty="0">
                  <a:solidFill>
                    <a:srgbClr val="FFFFFF"/>
                  </a:solidFill>
                  <a:latin typeface="Droid Sans"/>
                  <a:ea typeface="Droid Sans"/>
                  <a:cs typeface="Droid Sans"/>
                  <a:sym typeface="Droid Sans"/>
                </a:endParaRPr>
              </a:p>
            </p:txBody>
          </p:sp>
          <p:sp>
            <p:nvSpPr>
              <p:cNvPr id="51" name="Google Shape;604;p35"/>
              <p:cNvSpPr/>
              <p:nvPr/>
            </p:nvSpPr>
            <p:spPr>
              <a:xfrm>
                <a:off x="4883450" y="3716325"/>
                <a:ext cx="2214600" cy="1321800"/>
              </a:xfrm>
              <a:prstGeom prst="rect">
                <a:avLst/>
              </a:prstGeom>
              <a:solidFill>
                <a:srgbClr val="048FE3"/>
              </a:solidFill>
              <a:ln w="28575" cap="flat" cmpd="sng">
                <a:solidFill>
                  <a:srgbClr val="000000"/>
                </a:solidFill>
                <a:prstDash val="lgDash"/>
                <a:round/>
                <a:headEnd type="none" w="sm" len="sm"/>
                <a:tailEnd type="none" w="sm" len="sm"/>
              </a:ln>
              <a:effectLst>
                <a:outerShdw blurRad="57150" dist="47625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605;p35"/>
              <p:cNvSpPr txBox="1"/>
              <p:nvPr/>
            </p:nvSpPr>
            <p:spPr>
              <a:xfrm>
                <a:off x="5002695" y="3821007"/>
                <a:ext cx="1976100" cy="12171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47625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i="1" dirty="0">
                    <a:solidFill>
                      <a:srgbClr val="FFFFFF"/>
                    </a:solidFill>
                    <a:latin typeface="Droid Sans"/>
                    <a:ea typeface="Droid Sans"/>
                    <a:cs typeface="Droid Sans"/>
                    <a:sym typeface="Droid Sans"/>
                  </a:rPr>
                  <a:t>Drop files to upload</a:t>
                </a:r>
                <a:endParaRPr sz="1200" b="1" i="1" dirty="0">
                  <a:solidFill>
                    <a:srgbClr val="FFFFFF"/>
                  </a:solidFill>
                  <a:latin typeface="Droid Sans"/>
                  <a:ea typeface="Droid Sans"/>
                  <a:cs typeface="Droid Sans"/>
                  <a:sym typeface="Droid Sans"/>
                </a:endParaRPr>
              </a:p>
            </p:txBody>
          </p:sp>
        </p:grpSp>
      </p:grpSp>
      <p:grpSp>
        <p:nvGrpSpPr>
          <p:cNvPr id="53" name="Google Shape;606;p35"/>
          <p:cNvGrpSpPr/>
          <p:nvPr/>
        </p:nvGrpSpPr>
        <p:grpSpPr>
          <a:xfrm>
            <a:off x="2109002" y="629426"/>
            <a:ext cx="3921900" cy="1778100"/>
            <a:chOff x="4135050" y="1463025"/>
            <a:chExt cx="3921900" cy="1778100"/>
          </a:xfrm>
        </p:grpSpPr>
        <p:sp>
          <p:nvSpPr>
            <p:cNvPr id="54" name="Google Shape;607;p35"/>
            <p:cNvSpPr/>
            <p:nvPr/>
          </p:nvSpPr>
          <p:spPr>
            <a:xfrm>
              <a:off x="4561760" y="1865544"/>
              <a:ext cx="698400" cy="1023000"/>
            </a:xfrm>
            <a:prstGeom prst="rect">
              <a:avLst/>
            </a:prstGeom>
            <a:solidFill>
              <a:srgbClr val="FF66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608;p35"/>
            <p:cNvSpPr/>
            <p:nvPr/>
          </p:nvSpPr>
          <p:spPr>
            <a:xfrm>
              <a:off x="4135050" y="1463025"/>
              <a:ext cx="3921900" cy="1778100"/>
            </a:xfrm>
            <a:prstGeom prst="triangle">
              <a:avLst>
                <a:gd name="adj" fmla="val 50000"/>
              </a:avLst>
            </a:prstGeom>
            <a:solidFill>
              <a:srgbClr val="FF66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3810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609;p35"/>
          <p:cNvGrpSpPr/>
          <p:nvPr/>
        </p:nvGrpSpPr>
        <p:grpSpPr>
          <a:xfrm>
            <a:off x="2185188" y="3627117"/>
            <a:ext cx="3825771" cy="1129343"/>
            <a:chOff x="-1541000" y="3255225"/>
            <a:chExt cx="4483500" cy="1232100"/>
          </a:xfrm>
        </p:grpSpPr>
        <p:sp>
          <p:nvSpPr>
            <p:cNvPr id="57" name="Google Shape;610;p35"/>
            <p:cNvSpPr/>
            <p:nvPr/>
          </p:nvSpPr>
          <p:spPr>
            <a:xfrm>
              <a:off x="-1541000" y="3255225"/>
              <a:ext cx="4483500" cy="1232100"/>
            </a:xfrm>
            <a:prstGeom prst="rect">
              <a:avLst/>
            </a:prstGeom>
            <a:solidFill>
              <a:srgbClr val="FF66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" name="Google Shape;611;p35"/>
            <p:cNvGrpSpPr/>
            <p:nvPr/>
          </p:nvGrpSpPr>
          <p:grpSpPr>
            <a:xfrm>
              <a:off x="-1362376" y="3419475"/>
              <a:ext cx="3456700" cy="883225"/>
              <a:chOff x="-1196726" y="4226750"/>
              <a:chExt cx="3456700" cy="883225"/>
            </a:xfrm>
          </p:grpSpPr>
          <p:sp>
            <p:nvSpPr>
              <p:cNvPr id="59" name="Google Shape;612;p35"/>
              <p:cNvSpPr txBox="1"/>
              <p:nvPr/>
            </p:nvSpPr>
            <p:spPr>
              <a:xfrm>
                <a:off x="-1196726" y="4226750"/>
                <a:ext cx="1327500" cy="43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47625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Droid Sans"/>
                    <a:ea typeface="Droid Sans"/>
                    <a:cs typeface="Droid Sans"/>
                    <a:sym typeface="Droid Sans"/>
                  </a:rPr>
                  <a:t>Shipping</a:t>
                </a:r>
                <a:endParaRPr b="1" dirty="0">
                  <a:solidFill>
                    <a:srgbClr val="FFFFFF"/>
                  </a:solidFill>
                  <a:latin typeface="Droid Sans"/>
                  <a:ea typeface="Droid Sans"/>
                  <a:cs typeface="Droid Sans"/>
                  <a:sym typeface="Droid Sans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Droid Sans"/>
                    <a:ea typeface="Droid Sans"/>
                    <a:cs typeface="Droid Sans"/>
                    <a:sym typeface="Droid Sans"/>
                  </a:rPr>
                  <a:t>Address</a:t>
                </a:r>
                <a:endParaRPr b="1" dirty="0">
                  <a:solidFill>
                    <a:srgbClr val="FFFFFF"/>
                  </a:solidFill>
                  <a:latin typeface="Droid Sans"/>
                  <a:ea typeface="Droid Sans"/>
                  <a:cs typeface="Droid Sans"/>
                  <a:sym typeface="Droid Sans"/>
                </a:endParaRPr>
              </a:p>
            </p:txBody>
          </p:sp>
          <p:sp>
            <p:nvSpPr>
              <p:cNvPr id="60" name="Google Shape;613;p35"/>
              <p:cNvSpPr/>
              <p:nvPr/>
            </p:nvSpPr>
            <p:spPr>
              <a:xfrm>
                <a:off x="7649" y="4750375"/>
                <a:ext cx="238500" cy="238500"/>
              </a:xfrm>
              <a:prstGeom prst="ellipse">
                <a:avLst/>
              </a:prstGeom>
              <a:solidFill>
                <a:srgbClr val="048FE3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47625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4;p35"/>
              <p:cNvSpPr/>
              <p:nvPr/>
            </p:nvSpPr>
            <p:spPr>
              <a:xfrm>
                <a:off x="7649" y="4332825"/>
                <a:ext cx="238500" cy="238500"/>
              </a:xfrm>
              <a:prstGeom prst="ellipse">
                <a:avLst/>
              </a:prstGeom>
              <a:solidFill>
                <a:srgbClr val="048FE3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47625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15;p35"/>
              <p:cNvSpPr txBox="1"/>
              <p:nvPr/>
            </p:nvSpPr>
            <p:spPr>
              <a:xfrm>
                <a:off x="323173" y="4232775"/>
                <a:ext cx="1936800" cy="43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47625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>
                    <a:solidFill>
                      <a:srgbClr val="FFFFFF"/>
                    </a:solidFill>
                    <a:latin typeface="Droid Sans"/>
                    <a:ea typeface="Droid Sans"/>
                    <a:cs typeface="Droid Sans"/>
                    <a:sym typeface="Droid Sans"/>
                  </a:rPr>
                  <a:t>Same as invoice</a:t>
                </a:r>
                <a:endParaRPr sz="1200" b="1">
                  <a:solidFill>
                    <a:srgbClr val="FFFFFF"/>
                  </a:solidFill>
                  <a:latin typeface="Droid Sans"/>
                  <a:ea typeface="Droid Sans"/>
                  <a:cs typeface="Droid Sans"/>
                  <a:sym typeface="Droid Sans"/>
                </a:endParaRPr>
              </a:p>
            </p:txBody>
          </p:sp>
          <p:sp>
            <p:nvSpPr>
              <p:cNvPr id="63" name="Google Shape;616;p35"/>
              <p:cNvSpPr txBox="1"/>
              <p:nvPr/>
            </p:nvSpPr>
            <p:spPr>
              <a:xfrm>
                <a:off x="324534" y="4671375"/>
                <a:ext cx="1904700" cy="43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47625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>
                    <a:solidFill>
                      <a:srgbClr val="FFFFFF"/>
                    </a:solidFill>
                    <a:latin typeface="Droid Sans"/>
                    <a:ea typeface="Droid Sans"/>
                    <a:cs typeface="Droid Sans"/>
                    <a:sym typeface="Droid Sans"/>
                  </a:rPr>
                  <a:t>Different</a:t>
                </a:r>
                <a:endParaRPr sz="1200" b="1">
                  <a:solidFill>
                    <a:srgbClr val="FFFFFF"/>
                  </a:solidFill>
                  <a:latin typeface="Droid Sans"/>
                  <a:ea typeface="Droid Sans"/>
                  <a:cs typeface="Droid Sans"/>
                  <a:sym typeface="Droid Sans"/>
                </a:endParaRPr>
              </a:p>
            </p:txBody>
          </p:sp>
        </p:grpSp>
      </p:grpSp>
      <p:grpSp>
        <p:nvGrpSpPr>
          <p:cNvPr id="64" name="Google Shape;617;p35"/>
          <p:cNvGrpSpPr/>
          <p:nvPr/>
        </p:nvGrpSpPr>
        <p:grpSpPr>
          <a:xfrm>
            <a:off x="2185191" y="2504320"/>
            <a:ext cx="3825771" cy="1055373"/>
            <a:chOff x="-1656300" y="2109650"/>
            <a:chExt cx="4483500" cy="1151400"/>
          </a:xfrm>
        </p:grpSpPr>
        <p:sp>
          <p:nvSpPr>
            <p:cNvPr id="65" name="Google Shape;618;p35"/>
            <p:cNvSpPr/>
            <p:nvPr/>
          </p:nvSpPr>
          <p:spPr>
            <a:xfrm>
              <a:off x="-1656300" y="2109650"/>
              <a:ext cx="4483500" cy="1151400"/>
            </a:xfrm>
            <a:prstGeom prst="rect">
              <a:avLst/>
            </a:prstGeom>
            <a:solidFill>
              <a:srgbClr val="FF66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6" name="Google Shape;619;p35"/>
            <p:cNvGrpSpPr/>
            <p:nvPr/>
          </p:nvGrpSpPr>
          <p:grpSpPr>
            <a:xfrm>
              <a:off x="-1539743" y="2115422"/>
              <a:ext cx="3646692" cy="725841"/>
              <a:chOff x="4354982" y="1183497"/>
              <a:chExt cx="3646692" cy="725841"/>
            </a:xfrm>
          </p:grpSpPr>
          <p:sp>
            <p:nvSpPr>
              <p:cNvPr id="67" name="Google Shape;620;p35"/>
              <p:cNvSpPr/>
              <p:nvPr/>
            </p:nvSpPr>
            <p:spPr>
              <a:xfrm>
                <a:off x="5787074" y="1470738"/>
                <a:ext cx="2214600" cy="438600"/>
              </a:xfrm>
              <a:prstGeom prst="rect">
                <a:avLst/>
              </a:prstGeom>
              <a:solidFill>
                <a:srgbClr val="048FE3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47625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21;p35"/>
              <p:cNvSpPr txBox="1"/>
              <p:nvPr/>
            </p:nvSpPr>
            <p:spPr>
              <a:xfrm>
                <a:off x="4354982" y="1183497"/>
                <a:ext cx="1164300" cy="43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47625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Droid Sans"/>
                    <a:ea typeface="Droid Sans"/>
                    <a:cs typeface="Droid Sans"/>
                    <a:sym typeface="Droid Sans"/>
                  </a:rPr>
                  <a:t> </a:t>
                </a:r>
                <a:r>
                  <a:rPr lang="en-US" sz="1400" b="1" dirty="0" smtClean="0">
                    <a:solidFill>
                      <a:srgbClr val="FFFFFF"/>
                    </a:solidFill>
                    <a:latin typeface="Droid Sans"/>
                    <a:ea typeface="Droid Sans"/>
                    <a:cs typeface="Droid Sans"/>
                    <a:sym typeface="Droid Sans"/>
                  </a:rPr>
                  <a:t>Discount</a:t>
                </a:r>
                <a:endParaRPr b="1" dirty="0">
                  <a:solidFill>
                    <a:srgbClr val="FFFFFF"/>
                  </a:solidFill>
                  <a:latin typeface="Droid Sans"/>
                  <a:ea typeface="Droid Sans"/>
                  <a:cs typeface="Droid Sans"/>
                  <a:sym typeface="Droid Sans"/>
                </a:endParaRPr>
              </a:p>
            </p:txBody>
          </p:sp>
        </p:grpSp>
      </p:grpSp>
      <p:cxnSp>
        <p:nvCxnSpPr>
          <p:cNvPr id="69" name="Google Shape;622;p35"/>
          <p:cNvCxnSpPr/>
          <p:nvPr/>
        </p:nvCxnSpPr>
        <p:spPr>
          <a:xfrm flipH="1">
            <a:off x="5045577" y="1451263"/>
            <a:ext cx="2360400" cy="14793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dot"/>
            <a:round/>
            <a:headEnd type="none" w="med" len="med"/>
            <a:tailEnd type="triangl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cxnSp>
      <p:cxnSp>
        <p:nvCxnSpPr>
          <p:cNvPr id="70" name="Google Shape;623;p35"/>
          <p:cNvCxnSpPr>
            <a:endCxn id="63" idx="1"/>
          </p:cNvCxnSpPr>
          <p:nvPr/>
        </p:nvCxnSpPr>
        <p:spPr>
          <a:xfrm flipH="1">
            <a:off x="3635699" y="1458823"/>
            <a:ext cx="3762600" cy="29274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dot"/>
            <a:round/>
            <a:headEnd type="none" w="med" len="med"/>
            <a:tailEnd type="triangl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cxnSp>
      <p:cxnSp>
        <p:nvCxnSpPr>
          <p:cNvPr id="71" name="Google Shape;624;p35"/>
          <p:cNvCxnSpPr/>
          <p:nvPr/>
        </p:nvCxnSpPr>
        <p:spPr>
          <a:xfrm flipH="1">
            <a:off x="5176277" y="1451263"/>
            <a:ext cx="2237400" cy="37935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dot"/>
            <a:round/>
            <a:headEnd type="none" w="med" len="med"/>
            <a:tailEnd type="triangl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cxnSp>
      <p:sp>
        <p:nvSpPr>
          <p:cNvPr id="72" name="Google Shape;625;p35"/>
          <p:cNvSpPr txBox="1"/>
          <p:nvPr/>
        </p:nvSpPr>
        <p:spPr>
          <a:xfrm>
            <a:off x="2547631" y="1035413"/>
            <a:ext cx="760200" cy="402000"/>
          </a:xfrm>
          <a:prstGeom prst="rect">
            <a:avLst/>
          </a:prstGeom>
          <a:noFill/>
          <a:ln>
            <a:noFill/>
          </a:ln>
          <a:effectLst>
            <a:outerShdw blurRad="57150" dist="47625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Droid Sans"/>
                <a:ea typeface="Droid Sans"/>
                <a:cs typeface="Droid Sans"/>
                <a:sym typeface="Droid Sans"/>
              </a:rPr>
              <a:t> </a:t>
            </a:r>
            <a:r>
              <a:rPr lang="en-US" sz="1600" b="1" dirty="0">
                <a:solidFill>
                  <a:srgbClr val="FFFFFF"/>
                </a:solidFill>
                <a:latin typeface="Droid Sans"/>
                <a:ea typeface="Droid Sans"/>
                <a:cs typeface="Droid Sans"/>
                <a:sym typeface="Droid Sans"/>
              </a:rPr>
              <a:t>API</a:t>
            </a:r>
            <a:endParaRPr b="1" dirty="0">
              <a:solidFill>
                <a:srgbClr val="FFFFFF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  <p:cxnSp>
        <p:nvCxnSpPr>
          <p:cNvPr id="73" name="Google Shape;626;p35"/>
          <p:cNvCxnSpPr/>
          <p:nvPr/>
        </p:nvCxnSpPr>
        <p:spPr>
          <a:xfrm rot="10800000">
            <a:off x="3100602" y="1341238"/>
            <a:ext cx="4290000" cy="1254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dot"/>
            <a:round/>
            <a:headEnd type="none" w="med" len="med"/>
            <a:tailEnd type="triangl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cxnSp>
      <p:sp>
        <p:nvSpPr>
          <p:cNvPr id="74" name="Google Shape;627;p35"/>
          <p:cNvSpPr/>
          <p:nvPr/>
        </p:nvSpPr>
        <p:spPr>
          <a:xfrm>
            <a:off x="2587577" y="282638"/>
            <a:ext cx="603396" cy="560736"/>
          </a:xfrm>
          <a:prstGeom prst="cloud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5" name="Google Shape;628;p35"/>
          <p:cNvCxnSpPr/>
          <p:nvPr/>
        </p:nvCxnSpPr>
        <p:spPr>
          <a:xfrm rot="10800000">
            <a:off x="3315852" y="613263"/>
            <a:ext cx="4105500" cy="8457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dot"/>
            <a:round/>
            <a:headEnd type="none" w="med" len="med"/>
            <a:tailEnd type="triangl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35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Security &amp; being agile: SCRUM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8387" y="2562225"/>
            <a:ext cx="5238750" cy="3048000"/>
          </a:xfrm>
        </p:spPr>
      </p:pic>
    </p:spTree>
    <p:extLst>
      <p:ext uri="{BB962C8B-B14F-4D97-AF65-F5344CB8AC3E}">
        <p14:creationId xmlns:p14="http://schemas.microsoft.com/office/powerpoint/2010/main" val="2692438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Security &amp; being agile: story</a:t>
            </a:r>
            <a:endParaRPr lang="en-US" dirty="0"/>
          </a:p>
        </p:txBody>
      </p:sp>
      <p:grpSp>
        <p:nvGrpSpPr>
          <p:cNvPr id="4" name="Google Shape;666;p38"/>
          <p:cNvGrpSpPr/>
          <p:nvPr/>
        </p:nvGrpSpPr>
        <p:grpSpPr>
          <a:xfrm>
            <a:off x="737588" y="2234194"/>
            <a:ext cx="11046775" cy="3179700"/>
            <a:chOff x="580775" y="2593775"/>
            <a:chExt cx="11046775" cy="3179700"/>
          </a:xfrm>
        </p:grpSpPr>
        <p:sp>
          <p:nvSpPr>
            <p:cNvPr id="5" name="Google Shape;667;p38"/>
            <p:cNvSpPr/>
            <p:nvPr/>
          </p:nvSpPr>
          <p:spPr>
            <a:xfrm>
              <a:off x="580775" y="2593775"/>
              <a:ext cx="10695600" cy="2834100"/>
            </a:xfrm>
            <a:prstGeom prst="roundRect">
              <a:avLst>
                <a:gd name="adj" fmla="val 16667"/>
              </a:avLst>
            </a:prstGeom>
            <a:solidFill>
              <a:srgbClr val="048FE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68;p38"/>
            <p:cNvSpPr txBox="1"/>
            <p:nvPr/>
          </p:nvSpPr>
          <p:spPr>
            <a:xfrm>
              <a:off x="931950" y="2939375"/>
              <a:ext cx="10695600" cy="28341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47625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lvl="0" indent="0" algn="l" rtl="0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7500"/>
                <a:buFont typeface="Arial"/>
                <a:buNone/>
              </a:pPr>
              <a:r>
                <a:rPr lang="en-US" sz="3000" b="1" i="1" dirty="0">
                  <a:solidFill>
                    <a:schemeClr val="lt1"/>
                  </a:solidFill>
                  <a:latin typeface="Droid Sans"/>
                  <a:ea typeface="Droid Sans"/>
                  <a:cs typeface="Droid Sans"/>
                  <a:sym typeface="Droid Sans"/>
                </a:rPr>
                <a:t>As a</a:t>
              </a:r>
              <a:r>
                <a:rPr lang="en-US" sz="3000" dirty="0">
                  <a:solidFill>
                    <a:schemeClr val="lt1"/>
                  </a:solidFill>
                  <a:latin typeface="Droid Sans"/>
                  <a:ea typeface="Droid Sans"/>
                  <a:cs typeface="Droid Sans"/>
                  <a:sym typeface="Droid Sans"/>
                </a:rPr>
                <a:t> </a:t>
              </a:r>
              <a:r>
                <a:rPr lang="en-US" sz="3000" dirty="0" smtClean="0">
                  <a:solidFill>
                    <a:schemeClr val="lt1"/>
                  </a:solidFill>
                  <a:latin typeface="Droid Sans"/>
                  <a:ea typeface="Droid Sans"/>
                  <a:cs typeface="Droid Sans"/>
                  <a:sym typeface="Droid Sans"/>
                </a:rPr>
                <a:t>company</a:t>
              </a:r>
              <a:endParaRPr sz="3000" dirty="0">
                <a:solidFill>
                  <a:schemeClr val="lt1"/>
                </a:solidFill>
                <a:latin typeface="Droid Sans"/>
                <a:ea typeface="Droid Sans"/>
                <a:cs typeface="Droid Sans"/>
                <a:sym typeface="Droid Sans"/>
              </a:endParaRPr>
            </a:p>
            <a:p>
              <a:pPr marL="0" lvl="0" indent="0" algn="l" rtl="0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7500"/>
                <a:buFont typeface="Arial"/>
                <a:buNone/>
              </a:pPr>
              <a:r>
                <a:rPr lang="en-US" sz="3000" b="1" i="1" dirty="0">
                  <a:solidFill>
                    <a:schemeClr val="lt1"/>
                  </a:solidFill>
                  <a:latin typeface="Droid Sans"/>
                  <a:ea typeface="Droid Sans"/>
                  <a:cs typeface="Droid Sans"/>
                  <a:sym typeface="Droid Sans"/>
                </a:rPr>
                <a:t>I want to</a:t>
              </a:r>
              <a:r>
                <a:rPr lang="en-US" sz="3000" b="1" dirty="0">
                  <a:solidFill>
                    <a:schemeClr val="lt1"/>
                  </a:solidFill>
                  <a:latin typeface="Droid Sans"/>
                  <a:ea typeface="Droid Sans"/>
                  <a:cs typeface="Droid Sans"/>
                  <a:sym typeface="Droid Sans"/>
                </a:rPr>
                <a:t> </a:t>
              </a:r>
              <a:r>
                <a:rPr lang="en-US" sz="3000" dirty="0">
                  <a:solidFill>
                    <a:schemeClr val="lt1"/>
                  </a:solidFill>
                  <a:latin typeface="Droid Sans"/>
                  <a:ea typeface="Droid Sans"/>
                  <a:cs typeface="Droid Sans"/>
                  <a:sym typeface="Droid Sans"/>
                </a:rPr>
                <a:t>be able to </a:t>
              </a:r>
              <a:r>
                <a:rPr lang="en-US" sz="3000" dirty="0" smtClean="0">
                  <a:solidFill>
                    <a:schemeClr val="lt1"/>
                  </a:solidFill>
                  <a:latin typeface="Droid Sans"/>
                  <a:ea typeface="Droid Sans"/>
                  <a:cs typeface="Droid Sans"/>
                  <a:sym typeface="Droid Sans"/>
                </a:rPr>
                <a:t>generate </a:t>
              </a:r>
              <a:r>
                <a:rPr lang="en-US" sz="3000" dirty="0">
                  <a:solidFill>
                    <a:schemeClr val="lt1"/>
                  </a:solidFill>
                  <a:latin typeface="Droid Sans"/>
                  <a:ea typeface="Droid Sans"/>
                  <a:cs typeface="Droid Sans"/>
                  <a:sym typeface="Droid Sans"/>
                </a:rPr>
                <a:t>discount </a:t>
              </a:r>
              <a:r>
                <a:rPr lang="en-US" sz="3000" dirty="0" smtClean="0">
                  <a:solidFill>
                    <a:schemeClr val="lt1"/>
                  </a:solidFill>
                  <a:latin typeface="Droid Sans"/>
                  <a:ea typeface="Droid Sans"/>
                  <a:cs typeface="Droid Sans"/>
                  <a:sym typeface="Droid Sans"/>
                </a:rPr>
                <a:t>codes </a:t>
              </a:r>
              <a:endParaRPr sz="3000" dirty="0">
                <a:solidFill>
                  <a:schemeClr val="lt1"/>
                </a:solidFill>
                <a:latin typeface="Droid Sans"/>
                <a:ea typeface="Droid Sans"/>
                <a:cs typeface="Droid Sans"/>
                <a:sym typeface="Droid Sans"/>
              </a:endParaRPr>
            </a:p>
            <a:p>
              <a:pPr marL="0" marR="0" lvl="0" indent="0" algn="l" rtl="0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0"/>
                <a:buFont typeface="Source Code Pro Medium"/>
                <a:buNone/>
              </a:pPr>
              <a:r>
                <a:rPr lang="en-US" sz="3000" b="1" i="1" dirty="0">
                  <a:solidFill>
                    <a:schemeClr val="lt1"/>
                  </a:solidFill>
                  <a:latin typeface="Droid Sans"/>
                  <a:ea typeface="Droid Sans"/>
                  <a:cs typeface="Droid Sans"/>
                  <a:sym typeface="Droid Sans"/>
                </a:rPr>
                <a:t>So that I </a:t>
              </a:r>
              <a:r>
                <a:rPr lang="en-US" sz="3000" dirty="0">
                  <a:solidFill>
                    <a:schemeClr val="lt1"/>
                  </a:solidFill>
                  <a:latin typeface="Droid Sans"/>
                  <a:ea typeface="Droid Sans"/>
                  <a:cs typeface="Droid Sans"/>
                  <a:sym typeface="Droid Sans"/>
                </a:rPr>
                <a:t>can </a:t>
              </a:r>
              <a:r>
                <a:rPr lang="en-US" sz="3000" dirty="0" smtClean="0">
                  <a:solidFill>
                    <a:schemeClr val="lt1"/>
                  </a:solidFill>
                  <a:latin typeface="Droid Sans"/>
                  <a:ea typeface="Droid Sans"/>
                  <a:cs typeface="Droid Sans"/>
                  <a:sym typeface="Droid Sans"/>
                </a:rPr>
                <a:t>give </a:t>
              </a:r>
              <a:r>
                <a:rPr lang="en-US" sz="3000" dirty="0">
                  <a:solidFill>
                    <a:schemeClr val="lt1"/>
                  </a:solidFill>
                  <a:latin typeface="Droid Sans"/>
                  <a:ea typeface="Droid Sans"/>
                  <a:cs typeface="Droid Sans"/>
                  <a:sym typeface="Droid Sans"/>
                </a:rPr>
                <a:t>discount </a:t>
              </a:r>
              <a:r>
                <a:rPr lang="en-US" sz="3000" dirty="0" smtClean="0">
                  <a:solidFill>
                    <a:schemeClr val="lt1"/>
                  </a:solidFill>
                  <a:latin typeface="Droid Sans"/>
                  <a:ea typeface="Droid Sans"/>
                  <a:cs typeface="Droid Sans"/>
                  <a:sym typeface="Droid Sans"/>
                </a:rPr>
                <a:t>on products for certain clients</a:t>
              </a:r>
              <a:r>
                <a:rPr lang="en-US" sz="3000" dirty="0" smtClean="0">
                  <a:solidFill>
                    <a:srgbClr val="FFFFFF"/>
                  </a:solidFill>
                  <a:latin typeface="Droid Sans"/>
                  <a:ea typeface="Droid Sans"/>
                  <a:cs typeface="Droid Sans"/>
                  <a:sym typeface="Droid Sans"/>
                </a:rPr>
                <a:t> </a:t>
              </a:r>
              <a:endParaRPr sz="3000" dirty="0">
                <a:solidFill>
                  <a:srgbClr val="FFFFFF"/>
                </a:solidFill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3363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Security &amp; being agile: attacker story</a:t>
            </a:r>
            <a:endParaRPr lang="en-US" dirty="0"/>
          </a:p>
        </p:txBody>
      </p:sp>
      <p:grpSp>
        <p:nvGrpSpPr>
          <p:cNvPr id="4" name="Google Shape;666;p38"/>
          <p:cNvGrpSpPr/>
          <p:nvPr/>
        </p:nvGrpSpPr>
        <p:grpSpPr>
          <a:xfrm>
            <a:off x="737588" y="2234194"/>
            <a:ext cx="11046775" cy="3179700"/>
            <a:chOff x="580775" y="2593775"/>
            <a:chExt cx="11046775" cy="3179700"/>
          </a:xfrm>
        </p:grpSpPr>
        <p:sp>
          <p:nvSpPr>
            <p:cNvPr id="5" name="Google Shape;667;p38"/>
            <p:cNvSpPr/>
            <p:nvPr/>
          </p:nvSpPr>
          <p:spPr>
            <a:xfrm>
              <a:off x="580775" y="2593775"/>
              <a:ext cx="10695600" cy="2834100"/>
            </a:xfrm>
            <a:prstGeom prst="roundRect">
              <a:avLst>
                <a:gd name="adj" fmla="val 16667"/>
              </a:avLst>
            </a:prstGeom>
            <a:solidFill>
              <a:srgbClr val="048FE3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68;p38"/>
            <p:cNvSpPr txBox="1"/>
            <p:nvPr/>
          </p:nvSpPr>
          <p:spPr>
            <a:xfrm>
              <a:off x="931950" y="2939375"/>
              <a:ext cx="10695600" cy="28341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47625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lvl="0" indent="0" algn="l" rtl="0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7500"/>
                <a:buFont typeface="Arial"/>
                <a:buNone/>
              </a:pPr>
              <a:r>
                <a:rPr lang="en-US" sz="3000" b="1" i="1" dirty="0">
                  <a:solidFill>
                    <a:schemeClr val="lt1"/>
                  </a:solidFill>
                  <a:latin typeface="Droid Sans"/>
                  <a:ea typeface="Droid Sans"/>
                  <a:cs typeface="Droid Sans"/>
                  <a:sym typeface="Droid Sans"/>
                </a:rPr>
                <a:t>As a</a:t>
              </a:r>
              <a:r>
                <a:rPr lang="en-US" sz="3000" dirty="0">
                  <a:solidFill>
                    <a:schemeClr val="lt1"/>
                  </a:solidFill>
                  <a:latin typeface="Droid Sans"/>
                  <a:ea typeface="Droid Sans"/>
                  <a:cs typeface="Droid Sans"/>
                  <a:sym typeface="Droid Sans"/>
                </a:rPr>
                <a:t> </a:t>
              </a:r>
              <a:r>
                <a:rPr lang="en-US" sz="3000" dirty="0" smtClean="0">
                  <a:solidFill>
                    <a:schemeClr val="lt1"/>
                  </a:solidFill>
                  <a:latin typeface="Droid Sans"/>
                  <a:ea typeface="Droid Sans"/>
                  <a:cs typeface="Droid Sans"/>
                  <a:sym typeface="Droid Sans"/>
                </a:rPr>
                <a:t>hacker</a:t>
              </a:r>
              <a:endParaRPr sz="3000" dirty="0">
                <a:solidFill>
                  <a:schemeClr val="lt1"/>
                </a:solidFill>
                <a:latin typeface="Droid Sans"/>
                <a:ea typeface="Droid Sans"/>
                <a:cs typeface="Droid Sans"/>
                <a:sym typeface="Droid Sans"/>
              </a:endParaRPr>
            </a:p>
            <a:p>
              <a:pPr marL="0" lvl="0" indent="0" algn="l" rtl="0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7500"/>
                <a:buFont typeface="Arial"/>
                <a:buNone/>
              </a:pPr>
              <a:r>
                <a:rPr lang="en-US" sz="3000" b="1" i="1" dirty="0">
                  <a:solidFill>
                    <a:schemeClr val="lt1"/>
                  </a:solidFill>
                  <a:latin typeface="Droid Sans"/>
                  <a:ea typeface="Droid Sans"/>
                  <a:cs typeface="Droid Sans"/>
                  <a:sym typeface="Droid Sans"/>
                </a:rPr>
                <a:t>I want to</a:t>
              </a:r>
              <a:r>
                <a:rPr lang="en-US" sz="3000" b="1" dirty="0">
                  <a:solidFill>
                    <a:schemeClr val="lt1"/>
                  </a:solidFill>
                  <a:latin typeface="Droid Sans"/>
                  <a:ea typeface="Droid Sans"/>
                  <a:cs typeface="Droid Sans"/>
                  <a:sym typeface="Droid Sans"/>
                </a:rPr>
                <a:t> </a:t>
              </a:r>
              <a:r>
                <a:rPr lang="en-US" sz="3000" dirty="0">
                  <a:solidFill>
                    <a:schemeClr val="lt1"/>
                  </a:solidFill>
                  <a:latin typeface="Droid Sans"/>
                  <a:ea typeface="Droid Sans"/>
                  <a:cs typeface="Droid Sans"/>
                  <a:sym typeface="Droid Sans"/>
                </a:rPr>
                <a:t>be able to predict discount codes</a:t>
              </a:r>
              <a:endParaRPr sz="3000" dirty="0">
                <a:solidFill>
                  <a:schemeClr val="lt1"/>
                </a:solidFill>
                <a:latin typeface="Droid Sans"/>
                <a:ea typeface="Droid Sans"/>
                <a:cs typeface="Droid Sans"/>
                <a:sym typeface="Droid Sans"/>
              </a:endParaRPr>
            </a:p>
            <a:p>
              <a:pPr marL="0" marR="0" lvl="0" indent="0" algn="l" rtl="0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0"/>
                <a:buFont typeface="Source Code Pro Medium"/>
                <a:buNone/>
              </a:pPr>
              <a:r>
                <a:rPr lang="en-US" sz="3000" b="1" i="1" dirty="0">
                  <a:solidFill>
                    <a:schemeClr val="lt1"/>
                  </a:solidFill>
                  <a:latin typeface="Droid Sans"/>
                  <a:ea typeface="Droid Sans"/>
                  <a:cs typeface="Droid Sans"/>
                  <a:sym typeface="Droid Sans"/>
                </a:rPr>
                <a:t>So that I </a:t>
              </a:r>
              <a:r>
                <a:rPr lang="en-US" sz="3000" dirty="0">
                  <a:solidFill>
                    <a:schemeClr val="lt1"/>
                  </a:solidFill>
                  <a:latin typeface="Droid Sans"/>
                  <a:ea typeface="Droid Sans"/>
                  <a:cs typeface="Droid Sans"/>
                  <a:sym typeface="Droid Sans"/>
                </a:rPr>
                <a:t>can buy items with discount at any given time </a:t>
              </a:r>
              <a:r>
                <a:rPr lang="en-US" sz="3000" dirty="0">
                  <a:solidFill>
                    <a:srgbClr val="FFFFFF"/>
                  </a:solidFill>
                  <a:latin typeface="Droid Sans"/>
                  <a:ea typeface="Droid Sans"/>
                  <a:cs typeface="Droid Sans"/>
                  <a:sym typeface="Droid Sans"/>
                </a:rPr>
                <a:t> </a:t>
              </a:r>
              <a:endParaRPr sz="3000" dirty="0">
                <a:solidFill>
                  <a:srgbClr val="FFFFFF"/>
                </a:solidFill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7" name="Google Shape;669;p38"/>
          <p:cNvGrpSpPr/>
          <p:nvPr/>
        </p:nvGrpSpPr>
        <p:grpSpPr>
          <a:xfrm>
            <a:off x="9032485" y="1280160"/>
            <a:ext cx="2809919" cy="2809919"/>
            <a:chOff x="9016060" y="-292709"/>
            <a:chExt cx="2809919" cy="2809919"/>
          </a:xfrm>
        </p:grpSpPr>
        <p:sp>
          <p:nvSpPr>
            <p:cNvPr id="8" name="Google Shape;670;p38"/>
            <p:cNvSpPr/>
            <p:nvPr/>
          </p:nvSpPr>
          <p:spPr>
            <a:xfrm>
              <a:off x="9825800" y="810952"/>
              <a:ext cx="1256100" cy="125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Rockwell"/>
                <a:buNone/>
              </a:pPr>
              <a:endParaRPr sz="4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pic>
          <p:nvPicPr>
            <p:cNvPr id="9" name="Google Shape;671;p3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2160003">
              <a:off x="9415180" y="106410"/>
              <a:ext cx="2011679" cy="2011679"/>
            </a:xfrm>
            <a:prstGeom prst="rect">
              <a:avLst/>
            </a:prstGeom>
            <a:noFill/>
            <a:ln>
              <a:noFill/>
            </a:ln>
            <a:effectLst>
              <a:outerShdw blurRad="57150" dist="47625" dir="7380000" algn="bl" rotWithShape="0">
                <a:srgbClr val="000000">
                  <a:alpha val="50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877976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&amp; being agile: </a:t>
            </a:r>
            <a:r>
              <a:rPr lang="en-US" dirty="0" smtClean="0"/>
              <a:t>sprint backlog</a:t>
            </a:r>
            <a:endParaRPr lang="en-US" dirty="0"/>
          </a:p>
        </p:txBody>
      </p:sp>
      <p:grpSp>
        <p:nvGrpSpPr>
          <p:cNvPr id="4" name="Google Shape;678;p39"/>
          <p:cNvGrpSpPr/>
          <p:nvPr/>
        </p:nvGrpSpPr>
        <p:grpSpPr>
          <a:xfrm>
            <a:off x="1296000" y="2303253"/>
            <a:ext cx="9614400" cy="731400"/>
            <a:chOff x="1115300" y="1863950"/>
            <a:chExt cx="9614400" cy="731400"/>
          </a:xfrm>
        </p:grpSpPr>
        <p:sp>
          <p:nvSpPr>
            <p:cNvPr id="5" name="Google Shape;679;p39"/>
            <p:cNvSpPr/>
            <p:nvPr/>
          </p:nvSpPr>
          <p:spPr>
            <a:xfrm>
              <a:off x="1115300" y="1863950"/>
              <a:ext cx="9614400" cy="731400"/>
            </a:xfrm>
            <a:prstGeom prst="roundRect">
              <a:avLst>
                <a:gd name="adj" fmla="val 16667"/>
              </a:avLst>
            </a:prstGeom>
            <a:solidFill>
              <a:srgbClr val="048FE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FEFEFE"/>
                  </a:solidFill>
                  <a:latin typeface="Droid Sans"/>
                  <a:ea typeface="Droid Sans"/>
                  <a:cs typeface="Droid Sans"/>
                  <a:sym typeface="Droid Sans"/>
                </a:rPr>
                <a:t>         to be able to give </a:t>
              </a:r>
              <a:r>
                <a:rPr lang="en-US" sz="1800" dirty="0" smtClean="0">
                  <a:solidFill>
                    <a:srgbClr val="FEFEFE"/>
                  </a:solidFill>
                  <a:latin typeface="Droid Sans"/>
                  <a:ea typeface="Droid Sans"/>
                  <a:cs typeface="Droid Sans"/>
                  <a:sym typeface="Droid Sans"/>
                </a:rPr>
                <a:t>clients </a:t>
              </a:r>
              <a:r>
                <a:rPr lang="en-US" sz="1800" dirty="0">
                  <a:solidFill>
                    <a:srgbClr val="FEFEFE"/>
                  </a:solidFill>
                  <a:latin typeface="Droid Sans"/>
                  <a:ea typeface="Droid Sans"/>
                  <a:cs typeface="Droid Sans"/>
                  <a:sym typeface="Droid Sans"/>
                </a:rPr>
                <a:t>discount by generating discount codes</a:t>
              </a:r>
              <a:endParaRPr dirty="0">
                <a:solidFill>
                  <a:srgbClr val="FEFEFE"/>
                </a:solidFill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grpSp>
          <p:nvGrpSpPr>
            <p:cNvPr id="6" name="Google Shape;680;p39"/>
            <p:cNvGrpSpPr/>
            <p:nvPr/>
          </p:nvGrpSpPr>
          <p:grpSpPr>
            <a:xfrm>
              <a:off x="1255116" y="2154603"/>
              <a:ext cx="300000" cy="182880"/>
              <a:chOff x="-914400" y="0"/>
              <a:chExt cx="300000" cy="182880"/>
            </a:xfrm>
          </p:grpSpPr>
          <p:cxnSp>
            <p:nvCxnSpPr>
              <p:cNvPr id="7" name="Google Shape;681;p39"/>
              <p:cNvCxnSpPr/>
              <p:nvPr/>
            </p:nvCxnSpPr>
            <p:spPr>
              <a:xfrm>
                <a:off x="-914400" y="0"/>
                <a:ext cx="3000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" name="Google Shape;682;p39"/>
              <p:cNvCxnSpPr/>
              <p:nvPr/>
            </p:nvCxnSpPr>
            <p:spPr>
              <a:xfrm>
                <a:off x="-914400" y="91440"/>
                <a:ext cx="3000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" name="Google Shape;683;p39"/>
              <p:cNvCxnSpPr/>
              <p:nvPr/>
            </p:nvCxnSpPr>
            <p:spPr>
              <a:xfrm>
                <a:off x="-914400" y="182880"/>
                <a:ext cx="3000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" name="Google Shape;685;p39"/>
          <p:cNvGrpSpPr/>
          <p:nvPr/>
        </p:nvGrpSpPr>
        <p:grpSpPr>
          <a:xfrm>
            <a:off x="1296000" y="3226797"/>
            <a:ext cx="9614400" cy="731400"/>
            <a:chOff x="1115300" y="1863950"/>
            <a:chExt cx="9614400" cy="731400"/>
          </a:xfrm>
        </p:grpSpPr>
        <p:sp>
          <p:nvSpPr>
            <p:cNvPr id="11" name="Google Shape;686;p39"/>
            <p:cNvSpPr/>
            <p:nvPr/>
          </p:nvSpPr>
          <p:spPr>
            <a:xfrm>
              <a:off x="1115300" y="1863950"/>
              <a:ext cx="9614400" cy="731400"/>
            </a:xfrm>
            <a:prstGeom prst="roundRect">
              <a:avLst>
                <a:gd name="adj" fmla="val 16667"/>
              </a:avLst>
            </a:prstGeom>
            <a:solidFill>
              <a:srgbClr val="048FE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FEFEFE"/>
                  </a:solidFill>
                  <a:latin typeface="Droid Sans"/>
                  <a:ea typeface="Droid Sans"/>
                  <a:cs typeface="Droid Sans"/>
                  <a:sym typeface="Droid Sans"/>
                </a:rPr>
                <a:t>         to be able to </a:t>
              </a:r>
              <a:r>
                <a:rPr lang="en-US" sz="1800" dirty="0" smtClean="0">
                  <a:solidFill>
                    <a:srgbClr val="FEFEFE"/>
                  </a:solidFill>
                  <a:latin typeface="Droid Sans"/>
                  <a:ea typeface="Droid Sans"/>
                  <a:cs typeface="Droid Sans"/>
                  <a:sym typeface="Droid Sans"/>
                </a:rPr>
                <a:t>revoke </a:t>
              </a:r>
              <a:r>
                <a:rPr lang="en-US" sz="1800" dirty="0">
                  <a:solidFill>
                    <a:srgbClr val="FEFEFE"/>
                  </a:solidFill>
                  <a:latin typeface="Droid Sans"/>
                  <a:ea typeface="Droid Sans"/>
                  <a:cs typeface="Droid Sans"/>
                  <a:sym typeface="Droid Sans"/>
                </a:rPr>
                <a:t>an </a:t>
              </a:r>
              <a:r>
                <a:rPr lang="en-US" sz="1800" dirty="0" smtClean="0">
                  <a:solidFill>
                    <a:srgbClr val="FEFEFE"/>
                  </a:solidFill>
                  <a:latin typeface="Droid Sans"/>
                  <a:ea typeface="Droid Sans"/>
                  <a:cs typeface="Droid Sans"/>
                  <a:sym typeface="Droid Sans"/>
                </a:rPr>
                <a:t>used </a:t>
              </a:r>
              <a:r>
                <a:rPr lang="en-US" sz="1800" dirty="0">
                  <a:solidFill>
                    <a:srgbClr val="FEFEFE"/>
                  </a:solidFill>
                  <a:latin typeface="Droid Sans"/>
                  <a:ea typeface="Droid Sans"/>
                  <a:cs typeface="Droid Sans"/>
                  <a:sym typeface="Droid Sans"/>
                </a:rPr>
                <a:t>discount code </a:t>
              </a:r>
              <a:endParaRPr dirty="0">
                <a:solidFill>
                  <a:srgbClr val="FEFEFE"/>
                </a:solidFill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grpSp>
          <p:nvGrpSpPr>
            <p:cNvPr id="12" name="Google Shape;687;p39"/>
            <p:cNvGrpSpPr/>
            <p:nvPr/>
          </p:nvGrpSpPr>
          <p:grpSpPr>
            <a:xfrm>
              <a:off x="1255116" y="2154603"/>
              <a:ext cx="300000" cy="182880"/>
              <a:chOff x="-914400" y="0"/>
              <a:chExt cx="300000" cy="182880"/>
            </a:xfrm>
          </p:grpSpPr>
          <p:cxnSp>
            <p:nvCxnSpPr>
              <p:cNvPr id="13" name="Google Shape;688;p39"/>
              <p:cNvCxnSpPr/>
              <p:nvPr/>
            </p:nvCxnSpPr>
            <p:spPr>
              <a:xfrm>
                <a:off x="-914400" y="0"/>
                <a:ext cx="3000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" name="Google Shape;689;p39"/>
              <p:cNvCxnSpPr/>
              <p:nvPr/>
            </p:nvCxnSpPr>
            <p:spPr>
              <a:xfrm>
                <a:off x="-914400" y="91440"/>
                <a:ext cx="3000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" name="Google Shape;690;p39"/>
              <p:cNvCxnSpPr/>
              <p:nvPr/>
            </p:nvCxnSpPr>
            <p:spPr>
              <a:xfrm>
                <a:off x="-914400" y="182880"/>
                <a:ext cx="3000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6" name="Google Shape;691;p39"/>
          <p:cNvGrpSpPr/>
          <p:nvPr/>
        </p:nvGrpSpPr>
        <p:grpSpPr>
          <a:xfrm>
            <a:off x="1296000" y="4107501"/>
            <a:ext cx="9614400" cy="741858"/>
            <a:chOff x="1115300" y="2741886"/>
            <a:chExt cx="9614400" cy="741858"/>
          </a:xfrm>
        </p:grpSpPr>
        <p:grpSp>
          <p:nvGrpSpPr>
            <p:cNvPr id="17" name="Google Shape;692;p39"/>
            <p:cNvGrpSpPr/>
            <p:nvPr/>
          </p:nvGrpSpPr>
          <p:grpSpPr>
            <a:xfrm>
              <a:off x="1115300" y="2752344"/>
              <a:ext cx="9614400" cy="731400"/>
              <a:chOff x="1115300" y="1863950"/>
              <a:chExt cx="9614400" cy="731400"/>
            </a:xfrm>
          </p:grpSpPr>
          <p:sp>
            <p:nvSpPr>
              <p:cNvPr id="21" name="Google Shape;693;p39"/>
              <p:cNvSpPr/>
              <p:nvPr/>
            </p:nvSpPr>
            <p:spPr>
              <a:xfrm>
                <a:off x="1115300" y="1863950"/>
                <a:ext cx="9614400" cy="731400"/>
              </a:xfrm>
              <a:prstGeom prst="roundRect">
                <a:avLst>
                  <a:gd name="adj" fmla="val 16667"/>
                </a:avLst>
              </a:prstGeom>
              <a:solidFill>
                <a:srgbClr val="048FE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47625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solidFill>
                      <a:srgbClr val="FEFEFE"/>
                    </a:solidFill>
                    <a:latin typeface="Droid Sans"/>
                    <a:ea typeface="Droid Sans"/>
                    <a:cs typeface="Droid Sans"/>
                    <a:sym typeface="Droid Sans"/>
                  </a:rPr>
                  <a:t>         to be able to predict discount </a:t>
                </a:r>
                <a:r>
                  <a:rPr lang="en-US" sz="1800" dirty="0" smtClean="0">
                    <a:solidFill>
                      <a:srgbClr val="FEFEFE"/>
                    </a:solidFill>
                    <a:latin typeface="Droid Sans"/>
                    <a:ea typeface="Droid Sans"/>
                    <a:cs typeface="Droid Sans"/>
                    <a:sym typeface="Droid Sans"/>
                  </a:rPr>
                  <a:t>codes</a:t>
                </a:r>
                <a:endParaRPr dirty="0">
                  <a:solidFill>
                    <a:srgbClr val="FEFEFE"/>
                  </a:solidFill>
                  <a:latin typeface="Droid Sans"/>
                  <a:ea typeface="Droid Sans"/>
                  <a:cs typeface="Droid Sans"/>
                  <a:sym typeface="Droid Sans"/>
                </a:endParaRPr>
              </a:p>
            </p:txBody>
          </p:sp>
          <p:grpSp>
            <p:nvGrpSpPr>
              <p:cNvPr id="22" name="Google Shape;694;p39"/>
              <p:cNvGrpSpPr/>
              <p:nvPr/>
            </p:nvGrpSpPr>
            <p:grpSpPr>
              <a:xfrm>
                <a:off x="1255116" y="2154603"/>
                <a:ext cx="300000" cy="182880"/>
                <a:chOff x="-914400" y="0"/>
                <a:chExt cx="300000" cy="182880"/>
              </a:xfrm>
            </p:grpSpPr>
            <p:cxnSp>
              <p:nvCxnSpPr>
                <p:cNvPr id="23" name="Google Shape;695;p39"/>
                <p:cNvCxnSpPr/>
                <p:nvPr/>
              </p:nvCxnSpPr>
              <p:spPr>
                <a:xfrm>
                  <a:off x="-914400" y="0"/>
                  <a:ext cx="300000" cy="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FFFF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" name="Google Shape;696;p39"/>
                <p:cNvCxnSpPr/>
                <p:nvPr/>
              </p:nvCxnSpPr>
              <p:spPr>
                <a:xfrm>
                  <a:off x="-914400" y="91440"/>
                  <a:ext cx="300000" cy="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FFFF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" name="Google Shape;697;p39"/>
                <p:cNvCxnSpPr/>
                <p:nvPr/>
              </p:nvCxnSpPr>
              <p:spPr>
                <a:xfrm>
                  <a:off x="-914400" y="182880"/>
                  <a:ext cx="300000" cy="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FFFF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8" name="Google Shape;698;p39"/>
            <p:cNvGrpSpPr/>
            <p:nvPr/>
          </p:nvGrpSpPr>
          <p:grpSpPr>
            <a:xfrm>
              <a:off x="9830067" y="2741886"/>
              <a:ext cx="665670" cy="665670"/>
              <a:chOff x="9016060" y="-292709"/>
              <a:chExt cx="2809919" cy="2809919"/>
            </a:xfrm>
          </p:grpSpPr>
          <p:sp>
            <p:nvSpPr>
              <p:cNvPr id="19" name="Google Shape;699;p39"/>
              <p:cNvSpPr/>
              <p:nvPr/>
            </p:nvSpPr>
            <p:spPr>
              <a:xfrm>
                <a:off x="9825800" y="810952"/>
                <a:ext cx="1256100" cy="1256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Rockwell"/>
                  <a:buNone/>
                </a:pPr>
                <a:endParaRPr sz="4800" b="0" i="0" u="none" strike="noStrike" cap="none">
                  <a:solidFill>
                    <a:srgbClr val="000000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  <p:pic>
            <p:nvPicPr>
              <p:cNvPr id="20" name="Google Shape;700;p3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 rot="2160003">
                <a:off x="9415180" y="106410"/>
                <a:ext cx="2011679" cy="201167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47625" dir="7380000" algn="bl" rotWithShape="0">
                  <a:srgbClr val="000000">
                    <a:alpha val="50000"/>
                  </a:srgbClr>
                </a:outerShdw>
              </a:effectLst>
            </p:spPr>
          </p:pic>
        </p:grpSp>
      </p:grpSp>
      <p:grpSp>
        <p:nvGrpSpPr>
          <p:cNvPr id="26" name="Google Shape;701;p39"/>
          <p:cNvGrpSpPr/>
          <p:nvPr/>
        </p:nvGrpSpPr>
        <p:grpSpPr>
          <a:xfrm>
            <a:off x="1296000" y="4983289"/>
            <a:ext cx="9614400" cy="741858"/>
            <a:chOff x="1115300" y="2741886"/>
            <a:chExt cx="9614400" cy="741858"/>
          </a:xfrm>
        </p:grpSpPr>
        <p:grpSp>
          <p:nvGrpSpPr>
            <p:cNvPr id="27" name="Google Shape;702;p39"/>
            <p:cNvGrpSpPr/>
            <p:nvPr/>
          </p:nvGrpSpPr>
          <p:grpSpPr>
            <a:xfrm>
              <a:off x="1115300" y="2752344"/>
              <a:ext cx="9614400" cy="731400"/>
              <a:chOff x="1115300" y="1863950"/>
              <a:chExt cx="9614400" cy="731400"/>
            </a:xfrm>
          </p:grpSpPr>
          <p:sp>
            <p:nvSpPr>
              <p:cNvPr id="31" name="Google Shape;703;p39"/>
              <p:cNvSpPr/>
              <p:nvPr/>
            </p:nvSpPr>
            <p:spPr>
              <a:xfrm>
                <a:off x="1115300" y="1863950"/>
                <a:ext cx="9614400" cy="731400"/>
              </a:xfrm>
              <a:prstGeom prst="roundRect">
                <a:avLst>
                  <a:gd name="adj" fmla="val 16667"/>
                </a:avLst>
              </a:prstGeom>
              <a:solidFill>
                <a:srgbClr val="048FE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47625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solidFill>
                      <a:srgbClr val="FEFEFE"/>
                    </a:solidFill>
                    <a:latin typeface="Droid Sans"/>
                    <a:ea typeface="Droid Sans"/>
                    <a:cs typeface="Droid Sans"/>
                    <a:sym typeface="Droid Sans"/>
                  </a:rPr>
                  <a:t>         to be able to </a:t>
                </a:r>
                <a:r>
                  <a:rPr lang="en-US" sz="1800" dirty="0" smtClean="0">
                    <a:solidFill>
                      <a:srgbClr val="FEFEFE"/>
                    </a:solidFill>
                    <a:latin typeface="Droid Sans"/>
                    <a:ea typeface="Droid Sans"/>
                    <a:cs typeface="Droid Sans"/>
                    <a:sym typeface="Droid Sans"/>
                  </a:rPr>
                  <a:t>reuse an used </a:t>
                </a:r>
                <a:r>
                  <a:rPr lang="en-US" sz="1800" dirty="0">
                    <a:solidFill>
                      <a:srgbClr val="FEFEFE"/>
                    </a:solidFill>
                    <a:latin typeface="Droid Sans"/>
                    <a:ea typeface="Droid Sans"/>
                    <a:cs typeface="Droid Sans"/>
                    <a:sym typeface="Droid Sans"/>
                  </a:rPr>
                  <a:t>discount code</a:t>
                </a:r>
                <a:endParaRPr dirty="0">
                  <a:solidFill>
                    <a:srgbClr val="FEFEFE"/>
                  </a:solidFill>
                  <a:latin typeface="Droid Sans"/>
                  <a:ea typeface="Droid Sans"/>
                  <a:cs typeface="Droid Sans"/>
                  <a:sym typeface="Droid Sans"/>
                </a:endParaRPr>
              </a:p>
            </p:txBody>
          </p:sp>
          <p:grpSp>
            <p:nvGrpSpPr>
              <p:cNvPr id="32" name="Google Shape;704;p39"/>
              <p:cNvGrpSpPr/>
              <p:nvPr/>
            </p:nvGrpSpPr>
            <p:grpSpPr>
              <a:xfrm>
                <a:off x="1255116" y="2154603"/>
                <a:ext cx="300000" cy="182880"/>
                <a:chOff x="-914400" y="0"/>
                <a:chExt cx="300000" cy="182880"/>
              </a:xfrm>
            </p:grpSpPr>
            <p:cxnSp>
              <p:nvCxnSpPr>
                <p:cNvPr id="33" name="Google Shape;705;p39"/>
                <p:cNvCxnSpPr/>
                <p:nvPr/>
              </p:nvCxnSpPr>
              <p:spPr>
                <a:xfrm>
                  <a:off x="-914400" y="0"/>
                  <a:ext cx="300000" cy="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FFFF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" name="Google Shape;706;p39"/>
                <p:cNvCxnSpPr/>
                <p:nvPr/>
              </p:nvCxnSpPr>
              <p:spPr>
                <a:xfrm>
                  <a:off x="-914400" y="91440"/>
                  <a:ext cx="300000" cy="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FFFF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" name="Google Shape;707;p39"/>
                <p:cNvCxnSpPr/>
                <p:nvPr/>
              </p:nvCxnSpPr>
              <p:spPr>
                <a:xfrm>
                  <a:off x="-914400" y="182880"/>
                  <a:ext cx="300000" cy="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FFFF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28" name="Google Shape;708;p39"/>
            <p:cNvGrpSpPr/>
            <p:nvPr/>
          </p:nvGrpSpPr>
          <p:grpSpPr>
            <a:xfrm>
              <a:off x="9830067" y="2741886"/>
              <a:ext cx="665670" cy="665670"/>
              <a:chOff x="9016060" y="-292709"/>
              <a:chExt cx="2809919" cy="2809919"/>
            </a:xfrm>
          </p:grpSpPr>
          <p:sp>
            <p:nvSpPr>
              <p:cNvPr id="29" name="Google Shape;709;p39"/>
              <p:cNvSpPr/>
              <p:nvPr/>
            </p:nvSpPr>
            <p:spPr>
              <a:xfrm>
                <a:off x="9825800" y="810952"/>
                <a:ext cx="1256100" cy="1256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Rockwell"/>
                  <a:buNone/>
                </a:pPr>
                <a:endParaRPr sz="4800" b="0" i="0" u="none" strike="noStrike" cap="none">
                  <a:solidFill>
                    <a:srgbClr val="000000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  <p:pic>
            <p:nvPicPr>
              <p:cNvPr id="30" name="Google Shape;710;p3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 rot="2160003">
                <a:off x="9415180" y="106410"/>
                <a:ext cx="2011679" cy="201167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47625" dir="7380000" algn="bl" rotWithShape="0">
                  <a:srgbClr val="000000">
                    <a:alpha val="50000"/>
                  </a:srgbClr>
                </a:outerShdw>
              </a:effectLst>
            </p:spPr>
          </p:pic>
        </p:grpSp>
      </p:grpSp>
    </p:spTree>
    <p:extLst>
      <p:ext uri="{BB962C8B-B14F-4D97-AF65-F5344CB8AC3E}">
        <p14:creationId xmlns:p14="http://schemas.microsoft.com/office/powerpoint/2010/main" val="107674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security fit in these areas?</a:t>
            </a:r>
          </a:p>
        </p:txBody>
      </p:sp>
      <p:graphicFrame>
        <p:nvGraphicFramePr>
          <p:cNvPr id="95" name="Content Placeholder 9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9530629"/>
              </p:ext>
            </p:extLst>
          </p:nvPr>
        </p:nvGraphicFramePr>
        <p:xfrm>
          <a:off x="1295400" y="2016125"/>
          <a:ext cx="986472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8242">
                  <a:extLst>
                    <a:ext uri="{9D8B030D-6E8A-4147-A177-3AD203B41FA5}">
                      <a16:colId xmlns:a16="http://schemas.microsoft.com/office/drawing/2014/main" val="782918432"/>
                    </a:ext>
                  </a:extLst>
                </a:gridCol>
                <a:gridCol w="3288242">
                  <a:extLst>
                    <a:ext uri="{9D8B030D-6E8A-4147-A177-3AD203B41FA5}">
                      <a16:colId xmlns:a16="http://schemas.microsoft.com/office/drawing/2014/main" val="4203654631"/>
                    </a:ext>
                  </a:extLst>
                </a:gridCol>
                <a:gridCol w="3288242">
                  <a:extLst>
                    <a:ext uri="{9D8B030D-6E8A-4147-A177-3AD203B41FA5}">
                      <a16:colId xmlns:a16="http://schemas.microsoft.com/office/drawing/2014/main" val="18648532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Software Architecture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Way of Working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&amp; AI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136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secure software coding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security testing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security &amp;</a:t>
                      </a:r>
                      <a:r>
                        <a:rPr lang="en-US" baseline="0" dirty="0" smtClean="0"/>
                        <a:t> AI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6503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secure software design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secure deployment &amp; ops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cloud security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459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security &amp; </a:t>
                      </a:r>
                      <a:r>
                        <a:rPr lang="en-US" dirty="0" err="1" smtClean="0"/>
                        <a:t>iOT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u="none" dirty="0" smtClean="0">
                          <a:solidFill>
                            <a:srgbClr val="00B050"/>
                          </a:solidFill>
                        </a:rPr>
                        <a:t>security maturity</a:t>
                      </a:r>
                      <a:endParaRPr lang="en-US" b="1" i="0" u="none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privacy, compliancy and policy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677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rgbClr val="00B050"/>
                          </a:solidFill>
                        </a:rPr>
                        <a:t>security &amp; being agile</a:t>
                      </a:r>
                      <a:endParaRPr lang="en-US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25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releasing</a:t>
                      </a:r>
                      <a:r>
                        <a:rPr lang="en-US" baseline="0" dirty="0" smtClean="0"/>
                        <a:t> secure software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342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9079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Secure software design: integrity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869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Secure software design: integrity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899849" y="3128808"/>
            <a:ext cx="9864000" cy="701320"/>
          </a:xfrm>
        </p:spPr>
        <p:txBody>
          <a:bodyPr/>
          <a:lstStyle/>
          <a:p>
            <a:pPr marL="0" indent="0">
              <a:buNone/>
            </a:pPr>
            <a:r>
              <a:rPr lang="en-US" i="1" dirty="0" smtClean="0"/>
              <a:t>the </a:t>
            </a:r>
            <a:r>
              <a:rPr lang="en-US" i="1" dirty="0"/>
              <a:t>data </a:t>
            </a:r>
            <a:r>
              <a:rPr lang="en-US" i="1" dirty="0" smtClean="0"/>
              <a:t>should not </a:t>
            </a:r>
            <a:r>
              <a:rPr lang="en-US" i="1" dirty="0"/>
              <a:t>be modified in an </a:t>
            </a:r>
            <a:r>
              <a:rPr lang="en-US" i="1" dirty="0" smtClean="0"/>
              <a:t>undetected manner</a:t>
            </a:r>
            <a:r>
              <a:rPr lang="en-NL" i="1" dirty="0" smtClean="0"/>
              <a:t>…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66767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Secure software design: integrity</a:t>
            </a:r>
            <a:endParaRPr lang="en-US" dirty="0"/>
          </a:p>
        </p:txBody>
      </p:sp>
      <p:pic>
        <p:nvPicPr>
          <p:cNvPr id="4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750" y="2138362"/>
            <a:ext cx="6296025" cy="3895725"/>
          </a:xfrm>
        </p:spPr>
      </p:pic>
      <p:sp>
        <p:nvSpPr>
          <p:cNvPr id="6" name="TextBox 5"/>
          <p:cNvSpPr txBox="1"/>
          <p:nvPr/>
        </p:nvSpPr>
        <p:spPr>
          <a:xfrm>
            <a:off x="690511" y="6237176"/>
            <a:ext cx="2389239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sz="1400" dirty="0" smtClean="0">
                <a:solidFill>
                  <a:srgbClr val="333333"/>
                </a:solidFill>
                <a:latin typeface="ING Me"/>
              </a:rPr>
              <a:t>Source picture: </a:t>
            </a:r>
            <a:r>
              <a:rPr lang="en-US" sz="1400" dirty="0" err="1" smtClean="0">
                <a:solidFill>
                  <a:srgbClr val="333333"/>
                </a:solidFill>
                <a:latin typeface="ING Me"/>
              </a:rPr>
              <a:t>wikipedia</a:t>
            </a:r>
            <a:endParaRPr lang="en-US" sz="1400" dirty="0" smtClean="0">
              <a:solidFill>
                <a:srgbClr val="333333"/>
              </a:solidFill>
              <a:latin typeface="ING Me"/>
            </a:endParaRPr>
          </a:p>
        </p:txBody>
      </p:sp>
    </p:spTree>
    <p:extLst>
      <p:ext uri="{BB962C8B-B14F-4D97-AF65-F5344CB8AC3E}">
        <p14:creationId xmlns:p14="http://schemas.microsoft.com/office/powerpoint/2010/main" val="1454415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Secure software design: integrity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/>
                <a:r>
                  <a:rPr lang="en-US" dirty="0" smtClean="0"/>
                  <a:t>HMAC </a:t>
                </a:r>
                <a:r>
                  <a:rPr lang="en-US" i="1" dirty="0"/>
                  <a:t>gives</a:t>
                </a:r>
                <a:r>
                  <a:rPr lang="en-US" dirty="0"/>
                  <a:t> you: data integrity</a:t>
                </a:r>
              </a:p>
              <a:p>
                <a:pPr marL="342900" indent="-342900"/>
                <a:endParaRPr lang="en-US" dirty="0"/>
              </a:p>
              <a:p>
                <a:pPr marL="342900" indent="-342900"/>
                <a:r>
                  <a:rPr lang="en-US" dirty="0" smtClean="0"/>
                  <a:t>HMAC </a:t>
                </a:r>
                <a:r>
                  <a:rPr lang="en-US" i="1" dirty="0"/>
                  <a:t>does not give </a:t>
                </a:r>
                <a:r>
                  <a:rPr lang="en-US" dirty="0"/>
                  <a:t>you: confidentiality</a:t>
                </a:r>
              </a:p>
              <a:p>
                <a:pPr marL="342900" indent="-342900"/>
                <a:endParaRPr lang="en-US" dirty="0"/>
              </a:p>
              <a:p>
                <a:pPr marL="342900" indent="-342900"/>
                <a:r>
                  <a:rPr lang="en-US" dirty="0" smtClean="0"/>
                  <a:t>HMAC </a:t>
                </a:r>
                <a:r>
                  <a:rPr lang="en-US" i="1" dirty="0"/>
                  <a:t>does not give</a:t>
                </a:r>
                <a:r>
                  <a:rPr lang="en-US" dirty="0"/>
                  <a:t> you: non-repudiation </a:t>
                </a:r>
              </a:p>
              <a:p>
                <a:pPr marL="611188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Both generation/verification with key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dirty="0"/>
              </a:p>
              <a:p>
                <a:pPr marL="611188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In contrast with digital signatures</a:t>
                </a:r>
              </a:p>
              <a:p>
                <a:pPr marL="342900" indent="-342900"/>
                <a:endParaRPr lang="en-US" dirty="0"/>
              </a:p>
              <a:p>
                <a:pPr marL="342900" indent="-342900"/>
                <a:r>
                  <a:rPr lang="en-US" dirty="0" smtClean="0"/>
                  <a:t>HMAC </a:t>
                </a:r>
                <a:r>
                  <a:rPr lang="en-US" i="1" dirty="0"/>
                  <a:t>does not give</a:t>
                </a:r>
                <a:r>
                  <a:rPr lang="en-US" dirty="0"/>
                  <a:t> you: prevention against replay attacks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2" t="-14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9098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Secure software coding: integrity</a:t>
            </a:r>
            <a:endParaRPr lang="en-US" dirty="0"/>
          </a:p>
        </p:txBody>
      </p:sp>
      <p:sp>
        <p:nvSpPr>
          <p:cNvPr id="10" name="Rectangle 6"/>
          <p:cNvSpPr>
            <a:spLocks noGrp="1" noChangeArrowheads="1"/>
          </p:cNvSpPr>
          <p:nvPr>
            <p:ph idx="1"/>
          </p:nvPr>
        </p:nvSpPr>
        <p:spPr bwMode="auto">
          <a:xfrm>
            <a:off x="711906" y="2920884"/>
            <a:ext cx="11032187" cy="181588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private static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isMessageAuthentic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(Mac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macAlgorithm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String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receivedMsg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byte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receivedTag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byte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receivedMsgBytes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receivedMsg.getBytes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Charset.</a:t>
            </a:r>
            <a:r>
              <a:rPr kumimoji="0" lang="en-US" altLang="en-US" sz="1400" b="0" i="1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forName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"UTF-8"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macAlgorithm.update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receivedMsgBytes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byte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computedTag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macAlgorithm.doFinal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Arrays.</a:t>
            </a:r>
            <a:r>
              <a:rPr kumimoji="0" lang="en-US" altLang="en-US" sz="1400" b="0" i="1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equals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computedTag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receivedTag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Content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3176" y="3889278"/>
            <a:ext cx="3605721" cy="223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496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Secure software coding: integrity</a:t>
            </a:r>
            <a:endParaRPr lang="en-US" dirty="0"/>
          </a:p>
        </p:txBody>
      </p:sp>
      <p:sp>
        <p:nvSpPr>
          <p:cNvPr id="10" name="Rectangle 6"/>
          <p:cNvSpPr>
            <a:spLocks noGrp="1" noChangeArrowheads="1"/>
          </p:cNvSpPr>
          <p:nvPr>
            <p:ph idx="1"/>
          </p:nvPr>
        </p:nvSpPr>
        <p:spPr bwMode="auto">
          <a:xfrm>
            <a:off x="711906" y="2920884"/>
            <a:ext cx="11032187" cy="181588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private static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isMessageAuthentic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(Mac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macAlgorithm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String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receivedMsg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byte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receivedTag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byte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receivedMsgBytes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receivedMsg.getBytes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Charset.</a:t>
            </a:r>
            <a:r>
              <a:rPr kumimoji="0" lang="en-US" altLang="en-US" sz="1400" b="0" i="1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forName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"UTF-8"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macAlgorithm.update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receivedMsgBytes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byte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computedTag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macAlgorithm.doFinal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Arrays.</a:t>
            </a:r>
            <a:r>
              <a:rPr kumimoji="0" lang="en-US" altLang="en-US" sz="1400" b="1" i="1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equals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computedTag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receivedTag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709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Arrays.equals</a:t>
            </a:r>
            <a:r>
              <a:rPr lang="en-US" dirty="0" smtClean="0"/>
              <a:t> implementation</a:t>
            </a:r>
            <a:endParaRPr lang="en-US" dirty="0"/>
          </a:p>
        </p:txBody>
      </p:sp>
      <p:sp>
        <p:nvSpPr>
          <p:cNvPr id="2" name="Content Placeholder 1"/>
          <p:cNvSpPr>
            <a:spLocks noGrp="1" noChangeArrowheads="1"/>
          </p:cNvSpPr>
          <p:nvPr>
            <p:ph idx="1"/>
          </p:nvPr>
        </p:nvSpPr>
        <p:spPr bwMode="auto">
          <a:xfrm>
            <a:off x="3396936" y="2316286"/>
            <a:ext cx="5662127" cy="35394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 static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equals(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byte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[] a,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byte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[] a2) {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(a==a2)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true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(a==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null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|| a2==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false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length =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a.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rgbClr val="660E7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(a2.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length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!= length)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false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i=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i&lt;length; i++)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(a[i] != a2[i])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false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true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0" lang="en-US" alt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354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Arrays.equals</a:t>
            </a:r>
            <a:r>
              <a:rPr lang="en-US" dirty="0"/>
              <a:t> implementation</a:t>
            </a:r>
          </a:p>
        </p:txBody>
      </p:sp>
      <p:sp>
        <p:nvSpPr>
          <p:cNvPr id="2" name="Content Placeholder 1"/>
          <p:cNvSpPr>
            <a:spLocks noGrp="1" noChangeArrowheads="1"/>
          </p:cNvSpPr>
          <p:nvPr>
            <p:ph idx="1"/>
          </p:nvPr>
        </p:nvSpPr>
        <p:spPr bwMode="auto">
          <a:xfrm>
            <a:off x="3396936" y="2316286"/>
            <a:ext cx="7058343" cy="35394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 static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equals(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byte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[] a,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byte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[] a2) {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(a==a2)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true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(a==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null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|| a2==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false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length =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a.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rgbClr val="660E7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(a2.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length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!= length)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false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i=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i&lt;length; i++)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(a[i] != a2[i]) //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fail</a:t>
            </a:r>
            <a:r>
              <a:rPr lang="en-US" altLang="en-US" sz="14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kumimoji="0" lang="en-US" altLang="en-US" sz="1400" b="0" i="0" u="none" strike="noStrike" cap="none" normalizeH="0" dirty="0" smtClean="0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fast allows for timing attack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false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true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0" lang="en-US" alt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902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Solution: </a:t>
            </a:r>
            <a:r>
              <a:rPr lang="en-US" dirty="0" err="1" smtClean="0"/>
              <a:t>MessageDigest.isEqual</a:t>
            </a:r>
            <a:endParaRPr 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281414" y="2016000"/>
            <a:ext cx="7893171" cy="35394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 static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isEqual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byte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digesta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byte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digestb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digesta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digestb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true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digesta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null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||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digestb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false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digesta.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rgbClr val="660E7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!=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digestb.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rgbClr val="660E7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length</a:t>
            </a:r>
            <a:r>
              <a:rPr kumimoji="0" lang="en-US" altLang="en-US" sz="1400" b="0" i="0" u="none" strike="noStrike" cap="none" normalizeH="0" dirty="0" smtClean="0">
                <a:ln>
                  <a:noFill/>
                </a:ln>
                <a:solidFill>
                  <a:srgbClr val="00B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is not a secret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false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result =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kumimoji="0" lang="en-US" altLang="en-US" sz="14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 =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i &lt;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digesta.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rgbClr val="660E7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i++) {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40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result |= </a:t>
            </a:r>
            <a:r>
              <a:rPr kumimoji="0" lang="en-US" altLang="en-US" sz="1400" i="0" u="none" strike="noStrike" cap="none" normalizeH="0" baseline="0" dirty="0" err="1" smtClean="0">
                <a:ln>
                  <a:noFill/>
                </a:ln>
                <a:solidFill>
                  <a:srgbClr val="00B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digesta</a:t>
            </a:r>
            <a:r>
              <a:rPr kumimoji="0" lang="en-US" altLang="en-US" sz="140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[i] ^ </a:t>
            </a:r>
            <a:r>
              <a:rPr kumimoji="0" lang="en-US" altLang="en-US" sz="1400" i="0" u="none" strike="noStrike" cap="none" normalizeH="0" baseline="0" dirty="0" err="1" smtClean="0">
                <a:ln>
                  <a:noFill/>
                </a:ln>
                <a:solidFill>
                  <a:srgbClr val="00B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digestb</a:t>
            </a:r>
            <a:r>
              <a:rPr kumimoji="0" lang="en-US" altLang="en-US" sz="140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[i]; // XOR</a:t>
            </a:r>
            <a:r>
              <a:rPr kumimoji="0" lang="en-US" altLang="en-US" sz="1400" i="0" u="none" strike="noStrike" cap="none" normalizeH="0" dirty="0" smtClean="0">
                <a:ln>
                  <a:noFill/>
                </a:ln>
                <a:solidFill>
                  <a:srgbClr val="00B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both arrays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result ==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0" lang="en-US" alt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3408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security fit in these areas?</a:t>
            </a:r>
          </a:p>
        </p:txBody>
      </p:sp>
      <p:graphicFrame>
        <p:nvGraphicFramePr>
          <p:cNvPr id="95" name="Content Placeholder 9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7072301"/>
              </p:ext>
            </p:extLst>
          </p:nvPr>
        </p:nvGraphicFramePr>
        <p:xfrm>
          <a:off x="1295400" y="2016125"/>
          <a:ext cx="986472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8242">
                  <a:extLst>
                    <a:ext uri="{9D8B030D-6E8A-4147-A177-3AD203B41FA5}">
                      <a16:colId xmlns:a16="http://schemas.microsoft.com/office/drawing/2014/main" val="782918432"/>
                    </a:ext>
                  </a:extLst>
                </a:gridCol>
                <a:gridCol w="3288242">
                  <a:extLst>
                    <a:ext uri="{9D8B030D-6E8A-4147-A177-3AD203B41FA5}">
                      <a16:colId xmlns:a16="http://schemas.microsoft.com/office/drawing/2014/main" val="4203654631"/>
                    </a:ext>
                  </a:extLst>
                </a:gridCol>
                <a:gridCol w="3288242">
                  <a:extLst>
                    <a:ext uri="{9D8B030D-6E8A-4147-A177-3AD203B41FA5}">
                      <a16:colId xmlns:a16="http://schemas.microsoft.com/office/drawing/2014/main" val="18648532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Software Architecture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Way of Working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&amp; AI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136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B050"/>
                          </a:solidFill>
                        </a:rPr>
                        <a:t>secure software coding</a:t>
                      </a:r>
                      <a:endParaRPr lang="en-US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security testing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security &amp;</a:t>
                      </a:r>
                      <a:r>
                        <a:rPr lang="en-US" baseline="0" dirty="0" smtClean="0"/>
                        <a:t> AI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6503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B050"/>
                          </a:solidFill>
                        </a:rPr>
                        <a:t>secure software design</a:t>
                      </a:r>
                      <a:endParaRPr lang="en-US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secure deployment &amp; ops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cloud security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459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security &amp; </a:t>
                      </a:r>
                      <a:r>
                        <a:rPr lang="en-US" dirty="0" err="1" smtClean="0"/>
                        <a:t>iOT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u="none" dirty="0" smtClean="0">
                          <a:solidFill>
                            <a:srgbClr val="00B050"/>
                          </a:solidFill>
                        </a:rPr>
                        <a:t>security maturity</a:t>
                      </a:r>
                      <a:endParaRPr lang="en-US" b="1" i="0" u="none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privacy, compliancy and policy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677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rgbClr val="00B050"/>
                          </a:solidFill>
                        </a:rPr>
                        <a:t>security &amp; being agile</a:t>
                      </a:r>
                      <a:endParaRPr lang="en-US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25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releasing</a:t>
                      </a:r>
                      <a:r>
                        <a:rPr lang="en-US" b="1" baseline="0" dirty="0" smtClean="0"/>
                        <a:t> secure software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342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1208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Releasing secure software: </a:t>
            </a:r>
            <a:br>
              <a:rPr lang="en-US" sz="3600" dirty="0" smtClean="0"/>
            </a:br>
            <a:r>
              <a:rPr lang="en-US" sz="3600" dirty="0" smtClean="0"/>
              <a:t>Black box and White box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35600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Releasing secure software: </a:t>
            </a:r>
            <a:br>
              <a:rPr lang="en-US" sz="3600" dirty="0" smtClean="0"/>
            </a:br>
            <a:r>
              <a:rPr lang="en-US" sz="3600" dirty="0" smtClean="0"/>
              <a:t>Black box and White box</a:t>
            </a:r>
            <a:endParaRPr lang="en-US" sz="3600" dirty="0"/>
          </a:p>
        </p:txBody>
      </p:sp>
      <p:sp>
        <p:nvSpPr>
          <p:cNvPr id="4" name="Rounded Rectangle 3"/>
          <p:cNvSpPr/>
          <p:nvPr/>
        </p:nvSpPr>
        <p:spPr>
          <a:xfrm>
            <a:off x="1889185" y="3042395"/>
            <a:ext cx="1708030" cy="6297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Input</a:t>
            </a:r>
            <a:endParaRPr lang="en-US" dirty="0"/>
          </a:p>
        </p:txBody>
      </p:sp>
      <p:sp>
        <p:nvSpPr>
          <p:cNvPr id="6" name="Cube 5"/>
          <p:cNvSpPr/>
          <p:nvPr/>
        </p:nvSpPr>
        <p:spPr>
          <a:xfrm>
            <a:off x="4546119" y="2616971"/>
            <a:ext cx="2251494" cy="1466490"/>
          </a:xfrm>
          <a:prstGeom prst="cub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Black Box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7677509" y="3035352"/>
            <a:ext cx="1708030" cy="6297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Output</a:t>
            </a:r>
            <a:endParaRPr lang="en-US" dirty="0"/>
          </a:p>
        </p:txBody>
      </p:sp>
      <p:sp>
        <p:nvSpPr>
          <p:cNvPr id="30" name="Right Arrow 29"/>
          <p:cNvSpPr/>
          <p:nvPr/>
        </p:nvSpPr>
        <p:spPr>
          <a:xfrm>
            <a:off x="6547449" y="3210610"/>
            <a:ext cx="1130060" cy="2932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/>
          <p:cNvSpPr/>
          <p:nvPr/>
        </p:nvSpPr>
        <p:spPr>
          <a:xfrm>
            <a:off x="3597215" y="3210610"/>
            <a:ext cx="914400" cy="2932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525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Releasing secure software: </a:t>
            </a:r>
            <a:br>
              <a:rPr lang="en-US" sz="3600" dirty="0" smtClean="0"/>
            </a:br>
            <a:r>
              <a:rPr lang="en-US" sz="3600" dirty="0" smtClean="0"/>
              <a:t>Black box and White box</a:t>
            </a:r>
            <a:endParaRPr lang="en-US" sz="3600" dirty="0"/>
          </a:p>
        </p:txBody>
      </p:sp>
      <p:sp>
        <p:nvSpPr>
          <p:cNvPr id="4" name="Rounded Rectangle 3"/>
          <p:cNvSpPr/>
          <p:nvPr/>
        </p:nvSpPr>
        <p:spPr>
          <a:xfrm>
            <a:off x="1889185" y="3042395"/>
            <a:ext cx="1708030" cy="6297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Input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1889185" y="5414514"/>
            <a:ext cx="1708030" cy="6297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Input</a:t>
            </a:r>
            <a:endParaRPr lang="en-US" dirty="0"/>
          </a:p>
        </p:txBody>
      </p:sp>
      <p:sp>
        <p:nvSpPr>
          <p:cNvPr id="6" name="Cube 5"/>
          <p:cNvSpPr/>
          <p:nvPr/>
        </p:nvSpPr>
        <p:spPr>
          <a:xfrm>
            <a:off x="4546119" y="2616971"/>
            <a:ext cx="2251494" cy="1466490"/>
          </a:xfrm>
          <a:prstGeom prst="cub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Black Box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7677509" y="5414513"/>
            <a:ext cx="1708030" cy="6297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Output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7677509" y="3035352"/>
            <a:ext cx="1708030" cy="6297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Output</a:t>
            </a:r>
            <a:endParaRPr lang="en-US" dirty="0"/>
          </a:p>
        </p:txBody>
      </p:sp>
      <p:sp>
        <p:nvSpPr>
          <p:cNvPr id="9" name="Cube 8"/>
          <p:cNvSpPr/>
          <p:nvPr/>
        </p:nvSpPr>
        <p:spPr>
          <a:xfrm>
            <a:off x="4511615" y="4996132"/>
            <a:ext cx="2251494" cy="1466490"/>
          </a:xfrm>
          <a:prstGeom prst="cub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 White box</a:t>
            </a:r>
            <a:r>
              <a:rPr lang="en-US" dirty="0" smtClean="0"/>
              <a:t> Box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4641011" y="5414513"/>
            <a:ext cx="250166" cy="2357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167223" y="5532407"/>
            <a:ext cx="470139" cy="1969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822831" y="5532407"/>
            <a:ext cx="470139" cy="1969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iamond 12"/>
          <p:cNvSpPr/>
          <p:nvPr/>
        </p:nvSpPr>
        <p:spPr>
          <a:xfrm>
            <a:off x="5965166" y="6044242"/>
            <a:ext cx="262834" cy="27892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>
            <a:stCxn id="13" idx="0"/>
            <a:endCxn id="12" idx="2"/>
          </p:cNvCxnSpPr>
          <p:nvPr/>
        </p:nvCxnSpPr>
        <p:spPr>
          <a:xfrm flipH="1" flipV="1">
            <a:off x="6057901" y="5729377"/>
            <a:ext cx="38682" cy="314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2" idx="1"/>
            <a:endCxn id="11" idx="3"/>
          </p:cNvCxnSpPr>
          <p:nvPr/>
        </p:nvCxnSpPr>
        <p:spPr>
          <a:xfrm flipH="1">
            <a:off x="5637362" y="5630892"/>
            <a:ext cx="1854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0" idx="3"/>
            <a:endCxn id="11" idx="1"/>
          </p:cNvCxnSpPr>
          <p:nvPr/>
        </p:nvCxnSpPr>
        <p:spPr>
          <a:xfrm>
            <a:off x="4891177" y="5532408"/>
            <a:ext cx="276046" cy="984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ight Arrow 29"/>
          <p:cNvSpPr/>
          <p:nvPr/>
        </p:nvSpPr>
        <p:spPr>
          <a:xfrm>
            <a:off x="6547449" y="3210610"/>
            <a:ext cx="1130060" cy="2932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/>
          <p:cNvSpPr/>
          <p:nvPr/>
        </p:nvSpPr>
        <p:spPr>
          <a:xfrm>
            <a:off x="3597215" y="3210610"/>
            <a:ext cx="914400" cy="2932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/>
          <p:cNvSpPr/>
          <p:nvPr/>
        </p:nvSpPr>
        <p:spPr>
          <a:xfrm>
            <a:off x="3595194" y="5650302"/>
            <a:ext cx="914400" cy="2932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ight Arrow 32"/>
          <p:cNvSpPr/>
          <p:nvPr/>
        </p:nvSpPr>
        <p:spPr>
          <a:xfrm>
            <a:off x="6547449" y="5586468"/>
            <a:ext cx="1130060" cy="2932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919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Releasing secure software: </a:t>
            </a:r>
            <a:br>
              <a:rPr lang="en-US" sz="3600" dirty="0" smtClean="0"/>
            </a:br>
            <a:r>
              <a:rPr lang="en-US" sz="3600" dirty="0" smtClean="0"/>
              <a:t>Black box and White box</a:t>
            </a:r>
            <a:endParaRPr lang="en-US" sz="3600" dirty="0"/>
          </a:p>
        </p:txBody>
      </p:sp>
      <p:sp>
        <p:nvSpPr>
          <p:cNvPr id="4" name="Rounded Rectangle 3"/>
          <p:cNvSpPr/>
          <p:nvPr/>
        </p:nvSpPr>
        <p:spPr>
          <a:xfrm>
            <a:off x="1889185" y="3042395"/>
            <a:ext cx="1708030" cy="6297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Input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1889185" y="5414514"/>
            <a:ext cx="1708030" cy="6297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Input</a:t>
            </a:r>
            <a:endParaRPr lang="en-US" dirty="0"/>
          </a:p>
        </p:txBody>
      </p:sp>
      <p:sp>
        <p:nvSpPr>
          <p:cNvPr id="6" name="Cube 5"/>
          <p:cNvSpPr/>
          <p:nvPr/>
        </p:nvSpPr>
        <p:spPr>
          <a:xfrm>
            <a:off x="4541808" y="2616971"/>
            <a:ext cx="2251494" cy="1466490"/>
          </a:xfrm>
          <a:prstGeom prst="cub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Black Box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7677509" y="5414513"/>
            <a:ext cx="1708030" cy="6297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Output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7677509" y="3035352"/>
            <a:ext cx="1708030" cy="6297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Output</a:t>
            </a:r>
            <a:endParaRPr lang="en-US" dirty="0"/>
          </a:p>
        </p:txBody>
      </p:sp>
      <p:sp>
        <p:nvSpPr>
          <p:cNvPr id="9" name="Cube 8"/>
          <p:cNvSpPr/>
          <p:nvPr/>
        </p:nvSpPr>
        <p:spPr>
          <a:xfrm>
            <a:off x="4511615" y="4996132"/>
            <a:ext cx="2251494" cy="1466490"/>
          </a:xfrm>
          <a:prstGeom prst="cub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 White box</a:t>
            </a:r>
            <a:r>
              <a:rPr lang="en-US" dirty="0" smtClean="0"/>
              <a:t> Box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4641011" y="5414513"/>
            <a:ext cx="250166" cy="2357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167223" y="5532407"/>
            <a:ext cx="470139" cy="1969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822831" y="5532407"/>
            <a:ext cx="470139" cy="1969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iamond 12"/>
          <p:cNvSpPr/>
          <p:nvPr/>
        </p:nvSpPr>
        <p:spPr>
          <a:xfrm>
            <a:off x="5965166" y="6044242"/>
            <a:ext cx="262834" cy="27892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>
            <a:stCxn id="13" idx="0"/>
            <a:endCxn id="12" idx="2"/>
          </p:cNvCxnSpPr>
          <p:nvPr/>
        </p:nvCxnSpPr>
        <p:spPr>
          <a:xfrm flipH="1" flipV="1">
            <a:off x="6057901" y="5729377"/>
            <a:ext cx="38682" cy="314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2" idx="1"/>
            <a:endCxn id="11" idx="3"/>
          </p:cNvCxnSpPr>
          <p:nvPr/>
        </p:nvCxnSpPr>
        <p:spPr>
          <a:xfrm flipH="1">
            <a:off x="5637362" y="5630892"/>
            <a:ext cx="1854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0" idx="3"/>
            <a:endCxn id="11" idx="1"/>
          </p:cNvCxnSpPr>
          <p:nvPr/>
        </p:nvCxnSpPr>
        <p:spPr>
          <a:xfrm>
            <a:off x="4891177" y="5532408"/>
            <a:ext cx="276046" cy="984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ight Arrow 29"/>
          <p:cNvSpPr/>
          <p:nvPr/>
        </p:nvSpPr>
        <p:spPr>
          <a:xfrm>
            <a:off x="6547449" y="3210610"/>
            <a:ext cx="1130060" cy="2932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/>
          <p:cNvSpPr/>
          <p:nvPr/>
        </p:nvSpPr>
        <p:spPr>
          <a:xfrm>
            <a:off x="3597215" y="3210610"/>
            <a:ext cx="914400" cy="2932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/>
          <p:cNvSpPr/>
          <p:nvPr/>
        </p:nvSpPr>
        <p:spPr>
          <a:xfrm>
            <a:off x="3595194" y="5650302"/>
            <a:ext cx="914400" cy="2932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ight Arrow 32"/>
          <p:cNvSpPr/>
          <p:nvPr/>
        </p:nvSpPr>
        <p:spPr>
          <a:xfrm>
            <a:off x="6547449" y="5586468"/>
            <a:ext cx="1130060" cy="2932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loud Callout 13"/>
          <p:cNvSpPr/>
          <p:nvPr/>
        </p:nvSpPr>
        <p:spPr>
          <a:xfrm>
            <a:off x="6918385" y="1124747"/>
            <a:ext cx="1820173" cy="1126747"/>
          </a:xfrm>
          <a:prstGeom prst="cloudCallout">
            <a:avLst>
              <a:gd name="adj1" fmla="val -58333"/>
              <a:gd name="adj2" fmla="val 79845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Exploitability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0142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Releasing secure software: </a:t>
            </a:r>
            <a:br>
              <a:rPr lang="en-US" sz="3600" dirty="0" smtClean="0"/>
            </a:br>
            <a:r>
              <a:rPr lang="en-US" sz="3600" dirty="0" smtClean="0"/>
              <a:t>Black box and White box</a:t>
            </a:r>
            <a:endParaRPr lang="en-US" sz="3600" dirty="0"/>
          </a:p>
        </p:txBody>
      </p:sp>
      <p:sp>
        <p:nvSpPr>
          <p:cNvPr id="4" name="Rounded Rectangle 3"/>
          <p:cNvSpPr/>
          <p:nvPr/>
        </p:nvSpPr>
        <p:spPr>
          <a:xfrm>
            <a:off x="1889185" y="3042395"/>
            <a:ext cx="1708030" cy="6297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Input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1889185" y="5414514"/>
            <a:ext cx="1708030" cy="6297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Input</a:t>
            </a:r>
            <a:endParaRPr lang="en-US" dirty="0"/>
          </a:p>
        </p:txBody>
      </p:sp>
      <p:sp>
        <p:nvSpPr>
          <p:cNvPr id="6" name="Cube 5"/>
          <p:cNvSpPr/>
          <p:nvPr/>
        </p:nvSpPr>
        <p:spPr>
          <a:xfrm>
            <a:off x="4541808" y="2616971"/>
            <a:ext cx="2251494" cy="1466490"/>
          </a:xfrm>
          <a:prstGeom prst="cub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Black Box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7677509" y="5414513"/>
            <a:ext cx="1708030" cy="6297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Output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7677509" y="3035352"/>
            <a:ext cx="1708030" cy="6297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Output</a:t>
            </a:r>
            <a:endParaRPr lang="en-US" dirty="0"/>
          </a:p>
        </p:txBody>
      </p:sp>
      <p:sp>
        <p:nvSpPr>
          <p:cNvPr id="9" name="Cube 8"/>
          <p:cNvSpPr/>
          <p:nvPr/>
        </p:nvSpPr>
        <p:spPr>
          <a:xfrm>
            <a:off x="4511615" y="4996132"/>
            <a:ext cx="2251494" cy="1466490"/>
          </a:xfrm>
          <a:prstGeom prst="cub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 White box</a:t>
            </a:r>
            <a:r>
              <a:rPr lang="en-US" dirty="0" smtClean="0"/>
              <a:t> Box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4641011" y="5414513"/>
            <a:ext cx="250166" cy="2357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167223" y="5532407"/>
            <a:ext cx="470139" cy="1969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822831" y="5532407"/>
            <a:ext cx="470139" cy="1969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iamond 12"/>
          <p:cNvSpPr/>
          <p:nvPr/>
        </p:nvSpPr>
        <p:spPr>
          <a:xfrm>
            <a:off x="5965166" y="6044242"/>
            <a:ext cx="262834" cy="27892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>
            <a:stCxn id="13" idx="0"/>
            <a:endCxn id="12" idx="2"/>
          </p:cNvCxnSpPr>
          <p:nvPr/>
        </p:nvCxnSpPr>
        <p:spPr>
          <a:xfrm flipH="1" flipV="1">
            <a:off x="6057901" y="5729377"/>
            <a:ext cx="38682" cy="314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2" idx="1"/>
            <a:endCxn id="11" idx="3"/>
          </p:cNvCxnSpPr>
          <p:nvPr/>
        </p:nvCxnSpPr>
        <p:spPr>
          <a:xfrm flipH="1">
            <a:off x="5637362" y="5630892"/>
            <a:ext cx="1854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0" idx="3"/>
            <a:endCxn id="11" idx="1"/>
          </p:cNvCxnSpPr>
          <p:nvPr/>
        </p:nvCxnSpPr>
        <p:spPr>
          <a:xfrm>
            <a:off x="4891177" y="5532408"/>
            <a:ext cx="276046" cy="984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ight Arrow 29"/>
          <p:cNvSpPr/>
          <p:nvPr/>
        </p:nvSpPr>
        <p:spPr>
          <a:xfrm>
            <a:off x="6547449" y="3210610"/>
            <a:ext cx="1130060" cy="2932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/>
          <p:cNvSpPr/>
          <p:nvPr/>
        </p:nvSpPr>
        <p:spPr>
          <a:xfrm>
            <a:off x="3597215" y="3210610"/>
            <a:ext cx="914400" cy="2932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/>
          <p:cNvSpPr/>
          <p:nvPr/>
        </p:nvSpPr>
        <p:spPr>
          <a:xfrm>
            <a:off x="3595194" y="5650302"/>
            <a:ext cx="914400" cy="2932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ight Arrow 32"/>
          <p:cNvSpPr/>
          <p:nvPr/>
        </p:nvSpPr>
        <p:spPr>
          <a:xfrm>
            <a:off x="6547449" y="5586468"/>
            <a:ext cx="1130060" cy="2932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loud Callout 13"/>
          <p:cNvSpPr/>
          <p:nvPr/>
        </p:nvSpPr>
        <p:spPr>
          <a:xfrm>
            <a:off x="6918385" y="1124747"/>
            <a:ext cx="1820173" cy="1126747"/>
          </a:xfrm>
          <a:prstGeom prst="cloudCallout">
            <a:avLst>
              <a:gd name="adj1" fmla="val -58333"/>
              <a:gd name="adj2" fmla="val 79845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Exploitability</a:t>
            </a:r>
            <a:endParaRPr lang="en-US" sz="1400" dirty="0"/>
          </a:p>
        </p:txBody>
      </p:sp>
      <p:sp>
        <p:nvSpPr>
          <p:cNvPr id="23" name="Cloud Callout 22"/>
          <p:cNvSpPr/>
          <p:nvPr/>
        </p:nvSpPr>
        <p:spPr>
          <a:xfrm flipH="1">
            <a:off x="2932982" y="3893763"/>
            <a:ext cx="1794294" cy="1126747"/>
          </a:xfrm>
          <a:prstGeom prst="cloudCallout">
            <a:avLst>
              <a:gd name="adj1" fmla="val -58333"/>
              <a:gd name="adj2" fmla="val 79845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Root Cause Analysis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67653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Releasing secure software: </a:t>
            </a:r>
            <a:br>
              <a:rPr lang="en-US" sz="3600" dirty="0" smtClean="0"/>
            </a:br>
            <a:r>
              <a:rPr lang="en-US" sz="3600" dirty="0" smtClean="0"/>
              <a:t>Black box and White box</a:t>
            </a:r>
            <a:endParaRPr lang="en-US" sz="3600" dirty="0"/>
          </a:p>
        </p:txBody>
      </p:sp>
      <p:sp>
        <p:nvSpPr>
          <p:cNvPr id="4" name="Rounded Rectangle 3"/>
          <p:cNvSpPr/>
          <p:nvPr/>
        </p:nvSpPr>
        <p:spPr>
          <a:xfrm>
            <a:off x="1889185" y="3042395"/>
            <a:ext cx="1708030" cy="6297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Input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1889185" y="5414514"/>
            <a:ext cx="1708030" cy="6297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Input</a:t>
            </a:r>
            <a:endParaRPr lang="en-US" dirty="0"/>
          </a:p>
        </p:txBody>
      </p:sp>
      <p:sp>
        <p:nvSpPr>
          <p:cNvPr id="6" name="Cube 5"/>
          <p:cNvSpPr/>
          <p:nvPr/>
        </p:nvSpPr>
        <p:spPr>
          <a:xfrm>
            <a:off x="4541808" y="2616971"/>
            <a:ext cx="2251494" cy="1466490"/>
          </a:xfrm>
          <a:prstGeom prst="cub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Black Box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7677509" y="5414513"/>
            <a:ext cx="1708030" cy="6297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Output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7677509" y="3035352"/>
            <a:ext cx="1708030" cy="6297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Output</a:t>
            </a:r>
            <a:endParaRPr lang="en-US" dirty="0"/>
          </a:p>
        </p:txBody>
      </p:sp>
      <p:sp>
        <p:nvSpPr>
          <p:cNvPr id="9" name="Cube 8"/>
          <p:cNvSpPr/>
          <p:nvPr/>
        </p:nvSpPr>
        <p:spPr>
          <a:xfrm>
            <a:off x="4511615" y="4996132"/>
            <a:ext cx="2251494" cy="1466490"/>
          </a:xfrm>
          <a:prstGeom prst="cub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 White box</a:t>
            </a:r>
            <a:r>
              <a:rPr lang="en-US" dirty="0" smtClean="0"/>
              <a:t> Box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4641011" y="5414513"/>
            <a:ext cx="250166" cy="2357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167223" y="5532407"/>
            <a:ext cx="470139" cy="1969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822831" y="5532407"/>
            <a:ext cx="470139" cy="1969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iamond 12"/>
          <p:cNvSpPr/>
          <p:nvPr/>
        </p:nvSpPr>
        <p:spPr>
          <a:xfrm>
            <a:off x="5965166" y="6044242"/>
            <a:ext cx="262834" cy="27892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>
            <a:stCxn id="13" idx="0"/>
            <a:endCxn id="12" idx="2"/>
          </p:cNvCxnSpPr>
          <p:nvPr/>
        </p:nvCxnSpPr>
        <p:spPr>
          <a:xfrm flipH="1" flipV="1">
            <a:off x="6057901" y="5729377"/>
            <a:ext cx="38682" cy="314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2" idx="1"/>
            <a:endCxn id="11" idx="3"/>
          </p:cNvCxnSpPr>
          <p:nvPr/>
        </p:nvCxnSpPr>
        <p:spPr>
          <a:xfrm flipH="1">
            <a:off x="5637362" y="5630892"/>
            <a:ext cx="1854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0" idx="3"/>
            <a:endCxn id="11" idx="1"/>
          </p:cNvCxnSpPr>
          <p:nvPr/>
        </p:nvCxnSpPr>
        <p:spPr>
          <a:xfrm>
            <a:off x="4891177" y="5532408"/>
            <a:ext cx="276046" cy="984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ight Arrow 29"/>
          <p:cNvSpPr/>
          <p:nvPr/>
        </p:nvSpPr>
        <p:spPr>
          <a:xfrm>
            <a:off x="6547449" y="3210610"/>
            <a:ext cx="1130060" cy="2932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/>
          <p:cNvSpPr/>
          <p:nvPr/>
        </p:nvSpPr>
        <p:spPr>
          <a:xfrm>
            <a:off x="3597215" y="3210610"/>
            <a:ext cx="914400" cy="2932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/>
          <p:cNvSpPr/>
          <p:nvPr/>
        </p:nvSpPr>
        <p:spPr>
          <a:xfrm>
            <a:off x="3595194" y="5650302"/>
            <a:ext cx="914400" cy="2932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ight Arrow 32"/>
          <p:cNvSpPr/>
          <p:nvPr/>
        </p:nvSpPr>
        <p:spPr>
          <a:xfrm>
            <a:off x="6547449" y="5586468"/>
            <a:ext cx="1130060" cy="2932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loud Callout 13"/>
          <p:cNvSpPr/>
          <p:nvPr/>
        </p:nvSpPr>
        <p:spPr>
          <a:xfrm>
            <a:off x="6918385" y="1124747"/>
            <a:ext cx="1820173" cy="1126747"/>
          </a:xfrm>
          <a:prstGeom prst="cloudCallout">
            <a:avLst>
              <a:gd name="adj1" fmla="val -58333"/>
              <a:gd name="adj2" fmla="val 79845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Exploitability</a:t>
            </a:r>
            <a:endParaRPr lang="en-US" sz="1400" dirty="0"/>
          </a:p>
        </p:txBody>
      </p:sp>
      <p:sp>
        <p:nvSpPr>
          <p:cNvPr id="23" name="Cloud Callout 22"/>
          <p:cNvSpPr/>
          <p:nvPr/>
        </p:nvSpPr>
        <p:spPr>
          <a:xfrm flipH="1">
            <a:off x="2932982" y="3893763"/>
            <a:ext cx="1794294" cy="1126747"/>
          </a:xfrm>
          <a:prstGeom prst="cloudCallout">
            <a:avLst>
              <a:gd name="adj1" fmla="val -58333"/>
              <a:gd name="adj2" fmla="val 79845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Root Cause Analysis</a:t>
            </a:r>
            <a:endParaRPr lang="en-US" sz="1400" dirty="0"/>
          </a:p>
        </p:txBody>
      </p:sp>
      <p:sp>
        <p:nvSpPr>
          <p:cNvPr id="25" name="Cloud Callout 24"/>
          <p:cNvSpPr/>
          <p:nvPr/>
        </p:nvSpPr>
        <p:spPr>
          <a:xfrm flipH="1">
            <a:off x="2846717" y="1332448"/>
            <a:ext cx="1794294" cy="1126747"/>
          </a:xfrm>
          <a:prstGeom prst="cloudCallout">
            <a:avLst>
              <a:gd name="adj1" fmla="val -58333"/>
              <a:gd name="adj2" fmla="val 79845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Deployment issues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29742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Releasing secure software: </a:t>
            </a:r>
            <a:br>
              <a:rPr lang="en-US" sz="3600" dirty="0" smtClean="0"/>
            </a:br>
            <a:r>
              <a:rPr lang="en-US" sz="3600" dirty="0" smtClean="0"/>
              <a:t>Black box and White box</a:t>
            </a:r>
            <a:endParaRPr lang="en-US" sz="3600" dirty="0"/>
          </a:p>
        </p:txBody>
      </p:sp>
      <p:sp>
        <p:nvSpPr>
          <p:cNvPr id="4" name="Rounded Rectangle 3"/>
          <p:cNvSpPr/>
          <p:nvPr/>
        </p:nvSpPr>
        <p:spPr>
          <a:xfrm>
            <a:off x="1889185" y="3042395"/>
            <a:ext cx="1708030" cy="6297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Input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1889185" y="5414514"/>
            <a:ext cx="1708030" cy="6297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Input</a:t>
            </a:r>
            <a:endParaRPr lang="en-US" dirty="0"/>
          </a:p>
        </p:txBody>
      </p:sp>
      <p:sp>
        <p:nvSpPr>
          <p:cNvPr id="6" name="Cube 5"/>
          <p:cNvSpPr/>
          <p:nvPr/>
        </p:nvSpPr>
        <p:spPr>
          <a:xfrm>
            <a:off x="4541808" y="2616971"/>
            <a:ext cx="2251494" cy="1466490"/>
          </a:xfrm>
          <a:prstGeom prst="cub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Black Box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7677509" y="5414513"/>
            <a:ext cx="1708030" cy="6297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Output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7677509" y="3035352"/>
            <a:ext cx="1708030" cy="6297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Output</a:t>
            </a:r>
            <a:endParaRPr lang="en-US" dirty="0"/>
          </a:p>
        </p:txBody>
      </p:sp>
      <p:sp>
        <p:nvSpPr>
          <p:cNvPr id="9" name="Cube 8"/>
          <p:cNvSpPr/>
          <p:nvPr/>
        </p:nvSpPr>
        <p:spPr>
          <a:xfrm>
            <a:off x="4511615" y="4996132"/>
            <a:ext cx="2251494" cy="1466490"/>
          </a:xfrm>
          <a:prstGeom prst="cub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 White box</a:t>
            </a:r>
            <a:r>
              <a:rPr lang="en-US" dirty="0" smtClean="0"/>
              <a:t> Box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4641011" y="5414513"/>
            <a:ext cx="250166" cy="2357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167223" y="5532407"/>
            <a:ext cx="470139" cy="1969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822831" y="5532407"/>
            <a:ext cx="470139" cy="1969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iamond 12"/>
          <p:cNvSpPr/>
          <p:nvPr/>
        </p:nvSpPr>
        <p:spPr>
          <a:xfrm>
            <a:off x="5965166" y="6044242"/>
            <a:ext cx="262834" cy="27892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>
            <a:stCxn id="13" idx="0"/>
            <a:endCxn id="12" idx="2"/>
          </p:cNvCxnSpPr>
          <p:nvPr/>
        </p:nvCxnSpPr>
        <p:spPr>
          <a:xfrm flipH="1" flipV="1">
            <a:off x="6057901" y="5729377"/>
            <a:ext cx="38682" cy="314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2" idx="1"/>
            <a:endCxn id="11" idx="3"/>
          </p:cNvCxnSpPr>
          <p:nvPr/>
        </p:nvCxnSpPr>
        <p:spPr>
          <a:xfrm flipH="1">
            <a:off x="5637362" y="5630892"/>
            <a:ext cx="1854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0" idx="3"/>
            <a:endCxn id="11" idx="1"/>
          </p:cNvCxnSpPr>
          <p:nvPr/>
        </p:nvCxnSpPr>
        <p:spPr>
          <a:xfrm>
            <a:off x="4891177" y="5532408"/>
            <a:ext cx="276046" cy="984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ight Arrow 29"/>
          <p:cNvSpPr/>
          <p:nvPr/>
        </p:nvSpPr>
        <p:spPr>
          <a:xfrm>
            <a:off x="6547449" y="3210610"/>
            <a:ext cx="1130060" cy="2932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/>
          <p:cNvSpPr/>
          <p:nvPr/>
        </p:nvSpPr>
        <p:spPr>
          <a:xfrm>
            <a:off x="3597215" y="3210610"/>
            <a:ext cx="914400" cy="2932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/>
          <p:cNvSpPr/>
          <p:nvPr/>
        </p:nvSpPr>
        <p:spPr>
          <a:xfrm>
            <a:off x="3595194" y="5650302"/>
            <a:ext cx="914400" cy="2932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ight Arrow 32"/>
          <p:cNvSpPr/>
          <p:nvPr/>
        </p:nvSpPr>
        <p:spPr>
          <a:xfrm>
            <a:off x="6547449" y="5586468"/>
            <a:ext cx="1130060" cy="2932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loud Callout 13"/>
          <p:cNvSpPr/>
          <p:nvPr/>
        </p:nvSpPr>
        <p:spPr>
          <a:xfrm>
            <a:off x="6918385" y="1124747"/>
            <a:ext cx="1820173" cy="1126747"/>
          </a:xfrm>
          <a:prstGeom prst="cloudCallout">
            <a:avLst>
              <a:gd name="adj1" fmla="val -58333"/>
              <a:gd name="adj2" fmla="val 79845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Exploitability</a:t>
            </a:r>
            <a:endParaRPr lang="en-US" sz="1400" dirty="0"/>
          </a:p>
        </p:txBody>
      </p:sp>
      <p:sp>
        <p:nvSpPr>
          <p:cNvPr id="23" name="Cloud Callout 22"/>
          <p:cNvSpPr/>
          <p:nvPr/>
        </p:nvSpPr>
        <p:spPr>
          <a:xfrm flipH="1">
            <a:off x="2932982" y="3893763"/>
            <a:ext cx="1794294" cy="1126747"/>
          </a:xfrm>
          <a:prstGeom prst="cloudCallout">
            <a:avLst>
              <a:gd name="adj1" fmla="val -58333"/>
              <a:gd name="adj2" fmla="val 79845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Root Cause Analysis</a:t>
            </a:r>
            <a:endParaRPr lang="en-US" sz="1400" dirty="0"/>
          </a:p>
        </p:txBody>
      </p:sp>
      <p:sp>
        <p:nvSpPr>
          <p:cNvPr id="24" name="Cloud Callout 23"/>
          <p:cNvSpPr/>
          <p:nvPr/>
        </p:nvSpPr>
        <p:spPr>
          <a:xfrm>
            <a:off x="6590581" y="4235289"/>
            <a:ext cx="1940943" cy="1126747"/>
          </a:xfrm>
          <a:prstGeom prst="cloudCallout">
            <a:avLst>
              <a:gd name="adj1" fmla="val -58333"/>
              <a:gd name="adj2" fmla="val 79845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Code Coverage</a:t>
            </a:r>
            <a:endParaRPr lang="en-US" sz="1400" dirty="0"/>
          </a:p>
        </p:txBody>
      </p:sp>
      <p:sp>
        <p:nvSpPr>
          <p:cNvPr id="25" name="Cloud Callout 24"/>
          <p:cNvSpPr/>
          <p:nvPr/>
        </p:nvSpPr>
        <p:spPr>
          <a:xfrm flipH="1">
            <a:off x="2846717" y="1332448"/>
            <a:ext cx="1794294" cy="1126747"/>
          </a:xfrm>
          <a:prstGeom prst="cloudCallout">
            <a:avLst>
              <a:gd name="adj1" fmla="val -58333"/>
              <a:gd name="adj2" fmla="val 79845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Deployment issues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02963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Releasing secure software: </a:t>
            </a:r>
            <a:br>
              <a:rPr lang="en-US" sz="3600" dirty="0" smtClean="0"/>
            </a:br>
            <a:r>
              <a:rPr lang="en-US" sz="3600" dirty="0" smtClean="0"/>
              <a:t>Black box and White box</a:t>
            </a:r>
            <a:endParaRPr lang="en-US" sz="3600" dirty="0"/>
          </a:p>
        </p:txBody>
      </p:sp>
      <p:sp>
        <p:nvSpPr>
          <p:cNvPr id="4" name="Rounded Rectangle 3"/>
          <p:cNvSpPr/>
          <p:nvPr/>
        </p:nvSpPr>
        <p:spPr>
          <a:xfrm>
            <a:off x="1889185" y="3042395"/>
            <a:ext cx="1708030" cy="6297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Input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1889185" y="5414514"/>
            <a:ext cx="1708030" cy="6297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Input</a:t>
            </a:r>
            <a:endParaRPr lang="en-US" dirty="0"/>
          </a:p>
        </p:txBody>
      </p:sp>
      <p:sp>
        <p:nvSpPr>
          <p:cNvPr id="6" name="Cube 5"/>
          <p:cNvSpPr/>
          <p:nvPr/>
        </p:nvSpPr>
        <p:spPr>
          <a:xfrm>
            <a:off x="4541808" y="2616971"/>
            <a:ext cx="2251494" cy="1466490"/>
          </a:xfrm>
          <a:prstGeom prst="cub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Black Box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7677509" y="5414513"/>
            <a:ext cx="1708030" cy="6297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Output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7677509" y="3035352"/>
            <a:ext cx="1708030" cy="6297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Output</a:t>
            </a:r>
            <a:endParaRPr lang="en-US" dirty="0"/>
          </a:p>
        </p:txBody>
      </p:sp>
      <p:sp>
        <p:nvSpPr>
          <p:cNvPr id="9" name="Cube 8"/>
          <p:cNvSpPr/>
          <p:nvPr/>
        </p:nvSpPr>
        <p:spPr>
          <a:xfrm>
            <a:off x="4511615" y="4996132"/>
            <a:ext cx="2251494" cy="1466490"/>
          </a:xfrm>
          <a:prstGeom prst="cub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 White box</a:t>
            </a:r>
            <a:r>
              <a:rPr lang="en-US" dirty="0" smtClean="0"/>
              <a:t> Box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4641011" y="5414513"/>
            <a:ext cx="250166" cy="2357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167223" y="5532407"/>
            <a:ext cx="470139" cy="1969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822831" y="5532407"/>
            <a:ext cx="470139" cy="1969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iamond 12"/>
          <p:cNvSpPr/>
          <p:nvPr/>
        </p:nvSpPr>
        <p:spPr>
          <a:xfrm>
            <a:off x="5965166" y="6044242"/>
            <a:ext cx="262834" cy="27892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>
            <a:stCxn id="13" idx="0"/>
            <a:endCxn id="12" idx="2"/>
          </p:cNvCxnSpPr>
          <p:nvPr/>
        </p:nvCxnSpPr>
        <p:spPr>
          <a:xfrm flipH="1" flipV="1">
            <a:off x="6057901" y="5729377"/>
            <a:ext cx="38682" cy="314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2" idx="1"/>
            <a:endCxn id="11" idx="3"/>
          </p:cNvCxnSpPr>
          <p:nvPr/>
        </p:nvCxnSpPr>
        <p:spPr>
          <a:xfrm flipH="1">
            <a:off x="5637362" y="5630892"/>
            <a:ext cx="1854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0" idx="3"/>
            <a:endCxn id="11" idx="1"/>
          </p:cNvCxnSpPr>
          <p:nvPr/>
        </p:nvCxnSpPr>
        <p:spPr>
          <a:xfrm>
            <a:off x="4891177" y="5532408"/>
            <a:ext cx="276046" cy="984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ight Arrow 29"/>
          <p:cNvSpPr/>
          <p:nvPr/>
        </p:nvSpPr>
        <p:spPr>
          <a:xfrm>
            <a:off x="6547449" y="3210610"/>
            <a:ext cx="1130060" cy="2932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/>
          <p:cNvSpPr/>
          <p:nvPr/>
        </p:nvSpPr>
        <p:spPr>
          <a:xfrm>
            <a:off x="3597215" y="3210610"/>
            <a:ext cx="914400" cy="2932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/>
          <p:cNvSpPr/>
          <p:nvPr/>
        </p:nvSpPr>
        <p:spPr>
          <a:xfrm>
            <a:off x="3595194" y="5650302"/>
            <a:ext cx="914400" cy="2932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ight Arrow 32"/>
          <p:cNvSpPr/>
          <p:nvPr/>
        </p:nvSpPr>
        <p:spPr>
          <a:xfrm>
            <a:off x="6547449" y="5586468"/>
            <a:ext cx="1130060" cy="2932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loud Callout 13"/>
          <p:cNvSpPr/>
          <p:nvPr/>
        </p:nvSpPr>
        <p:spPr>
          <a:xfrm>
            <a:off x="6918385" y="1124747"/>
            <a:ext cx="1820173" cy="1126747"/>
          </a:xfrm>
          <a:prstGeom prst="cloudCallout">
            <a:avLst>
              <a:gd name="adj1" fmla="val -58333"/>
              <a:gd name="adj2" fmla="val 79845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Exploitability</a:t>
            </a:r>
            <a:endParaRPr lang="en-US" sz="1400" dirty="0"/>
          </a:p>
        </p:txBody>
      </p:sp>
      <p:sp>
        <p:nvSpPr>
          <p:cNvPr id="23" name="Cloud Callout 22"/>
          <p:cNvSpPr/>
          <p:nvPr/>
        </p:nvSpPr>
        <p:spPr>
          <a:xfrm flipH="1">
            <a:off x="2932982" y="3893763"/>
            <a:ext cx="1794294" cy="1126747"/>
          </a:xfrm>
          <a:prstGeom prst="cloudCallout">
            <a:avLst>
              <a:gd name="adj1" fmla="val -58333"/>
              <a:gd name="adj2" fmla="val 79845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Root Cause Analysis</a:t>
            </a:r>
            <a:endParaRPr lang="en-US" sz="1400" dirty="0"/>
          </a:p>
        </p:txBody>
      </p:sp>
      <p:sp>
        <p:nvSpPr>
          <p:cNvPr id="24" name="Cloud Callout 23"/>
          <p:cNvSpPr/>
          <p:nvPr/>
        </p:nvSpPr>
        <p:spPr>
          <a:xfrm>
            <a:off x="6590581" y="4235289"/>
            <a:ext cx="1940943" cy="1126747"/>
          </a:xfrm>
          <a:prstGeom prst="cloudCallout">
            <a:avLst>
              <a:gd name="adj1" fmla="val -58333"/>
              <a:gd name="adj2" fmla="val 79845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Code Coverage</a:t>
            </a:r>
            <a:endParaRPr lang="en-US" sz="1400" dirty="0"/>
          </a:p>
        </p:txBody>
      </p:sp>
      <p:sp>
        <p:nvSpPr>
          <p:cNvPr id="25" name="Cloud Callout 24"/>
          <p:cNvSpPr/>
          <p:nvPr/>
        </p:nvSpPr>
        <p:spPr>
          <a:xfrm flipH="1">
            <a:off x="2846717" y="1332448"/>
            <a:ext cx="1794294" cy="1126747"/>
          </a:xfrm>
          <a:prstGeom prst="cloudCallout">
            <a:avLst>
              <a:gd name="adj1" fmla="val -58333"/>
              <a:gd name="adj2" fmla="val 79845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Deployment issues</a:t>
            </a:r>
            <a:endParaRPr lang="en-US" sz="1400" dirty="0"/>
          </a:p>
        </p:txBody>
      </p:sp>
      <p:sp>
        <p:nvSpPr>
          <p:cNvPr id="26" name="Cloud Callout 25"/>
          <p:cNvSpPr/>
          <p:nvPr/>
        </p:nvSpPr>
        <p:spPr>
          <a:xfrm flipH="1">
            <a:off x="4766094" y="826094"/>
            <a:ext cx="1794294" cy="1126747"/>
          </a:xfrm>
          <a:prstGeom prst="cloudCallout">
            <a:avLst>
              <a:gd name="adj1" fmla="val -18429"/>
              <a:gd name="adj2" fmla="val 122719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3</a:t>
            </a:r>
            <a:r>
              <a:rPr lang="en-US" sz="1400" baseline="30000" dirty="0" smtClean="0"/>
              <a:t>rd</a:t>
            </a:r>
            <a:r>
              <a:rPr lang="en-US" sz="1400" dirty="0" smtClean="0"/>
              <a:t> parties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22994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Releasing secure software: </a:t>
            </a:r>
            <a:br>
              <a:rPr lang="en-US" sz="3600" dirty="0" smtClean="0"/>
            </a:br>
            <a:r>
              <a:rPr lang="en-US" sz="3600" dirty="0" smtClean="0"/>
              <a:t>Black box and White box</a:t>
            </a:r>
            <a:endParaRPr lang="en-US" sz="3600" dirty="0"/>
          </a:p>
        </p:txBody>
      </p:sp>
      <p:sp>
        <p:nvSpPr>
          <p:cNvPr id="4" name="Rounded Rectangle 3"/>
          <p:cNvSpPr/>
          <p:nvPr/>
        </p:nvSpPr>
        <p:spPr>
          <a:xfrm>
            <a:off x="1889185" y="3042395"/>
            <a:ext cx="1708030" cy="6297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Input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1889185" y="5414514"/>
            <a:ext cx="1708030" cy="6297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Input</a:t>
            </a:r>
            <a:endParaRPr lang="en-US" dirty="0"/>
          </a:p>
        </p:txBody>
      </p:sp>
      <p:sp>
        <p:nvSpPr>
          <p:cNvPr id="6" name="Cube 5"/>
          <p:cNvSpPr/>
          <p:nvPr/>
        </p:nvSpPr>
        <p:spPr>
          <a:xfrm>
            <a:off x="4541808" y="2616971"/>
            <a:ext cx="2251494" cy="1466490"/>
          </a:xfrm>
          <a:prstGeom prst="cub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Black Box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7677509" y="5414513"/>
            <a:ext cx="1708030" cy="6297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Output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7677509" y="3035352"/>
            <a:ext cx="1708030" cy="6297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Output</a:t>
            </a:r>
            <a:endParaRPr lang="en-US" dirty="0"/>
          </a:p>
        </p:txBody>
      </p:sp>
      <p:sp>
        <p:nvSpPr>
          <p:cNvPr id="9" name="Cube 8"/>
          <p:cNvSpPr/>
          <p:nvPr/>
        </p:nvSpPr>
        <p:spPr>
          <a:xfrm>
            <a:off x="4511615" y="4996132"/>
            <a:ext cx="2251494" cy="1466490"/>
          </a:xfrm>
          <a:prstGeom prst="cub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 White box</a:t>
            </a:r>
            <a:r>
              <a:rPr lang="en-US" dirty="0" smtClean="0"/>
              <a:t> Box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4641011" y="5414513"/>
            <a:ext cx="250166" cy="2357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167223" y="5532407"/>
            <a:ext cx="470139" cy="1969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822831" y="5532407"/>
            <a:ext cx="470139" cy="1969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iamond 12"/>
          <p:cNvSpPr/>
          <p:nvPr/>
        </p:nvSpPr>
        <p:spPr>
          <a:xfrm>
            <a:off x="5965166" y="6044242"/>
            <a:ext cx="262834" cy="27892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>
            <a:stCxn id="13" idx="0"/>
            <a:endCxn id="12" idx="2"/>
          </p:cNvCxnSpPr>
          <p:nvPr/>
        </p:nvCxnSpPr>
        <p:spPr>
          <a:xfrm flipH="1" flipV="1">
            <a:off x="6057901" y="5729377"/>
            <a:ext cx="38682" cy="314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2" idx="1"/>
            <a:endCxn id="11" idx="3"/>
          </p:cNvCxnSpPr>
          <p:nvPr/>
        </p:nvCxnSpPr>
        <p:spPr>
          <a:xfrm flipH="1">
            <a:off x="5637362" y="5630892"/>
            <a:ext cx="1854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0" idx="3"/>
            <a:endCxn id="11" idx="1"/>
          </p:cNvCxnSpPr>
          <p:nvPr/>
        </p:nvCxnSpPr>
        <p:spPr>
          <a:xfrm>
            <a:off x="4891177" y="5532408"/>
            <a:ext cx="276046" cy="984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ight Arrow 29"/>
          <p:cNvSpPr/>
          <p:nvPr/>
        </p:nvSpPr>
        <p:spPr>
          <a:xfrm>
            <a:off x="6547449" y="3210610"/>
            <a:ext cx="1130060" cy="2932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/>
          <p:cNvSpPr/>
          <p:nvPr/>
        </p:nvSpPr>
        <p:spPr>
          <a:xfrm>
            <a:off x="3597215" y="3210610"/>
            <a:ext cx="914400" cy="2932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/>
          <p:cNvSpPr/>
          <p:nvPr/>
        </p:nvSpPr>
        <p:spPr>
          <a:xfrm>
            <a:off x="3595194" y="5650302"/>
            <a:ext cx="914400" cy="2932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ight Arrow 32"/>
          <p:cNvSpPr/>
          <p:nvPr/>
        </p:nvSpPr>
        <p:spPr>
          <a:xfrm>
            <a:off x="6547449" y="5586468"/>
            <a:ext cx="1130060" cy="2932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loud Callout 13"/>
          <p:cNvSpPr/>
          <p:nvPr/>
        </p:nvSpPr>
        <p:spPr>
          <a:xfrm>
            <a:off x="6918385" y="1124747"/>
            <a:ext cx="1820173" cy="1126747"/>
          </a:xfrm>
          <a:prstGeom prst="cloudCallout">
            <a:avLst>
              <a:gd name="adj1" fmla="val -58333"/>
              <a:gd name="adj2" fmla="val 79845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Exploitability</a:t>
            </a:r>
            <a:endParaRPr lang="en-US" sz="1400" dirty="0"/>
          </a:p>
        </p:txBody>
      </p:sp>
      <p:sp>
        <p:nvSpPr>
          <p:cNvPr id="23" name="Cloud Callout 22"/>
          <p:cNvSpPr/>
          <p:nvPr/>
        </p:nvSpPr>
        <p:spPr>
          <a:xfrm flipH="1">
            <a:off x="2932982" y="3893763"/>
            <a:ext cx="1794294" cy="1126747"/>
          </a:xfrm>
          <a:prstGeom prst="cloudCallout">
            <a:avLst>
              <a:gd name="adj1" fmla="val -58333"/>
              <a:gd name="adj2" fmla="val 79845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Root Cause Analysis</a:t>
            </a:r>
            <a:endParaRPr lang="en-US" sz="1400" dirty="0"/>
          </a:p>
        </p:txBody>
      </p:sp>
      <p:sp>
        <p:nvSpPr>
          <p:cNvPr id="24" name="Cloud Callout 23"/>
          <p:cNvSpPr/>
          <p:nvPr/>
        </p:nvSpPr>
        <p:spPr>
          <a:xfrm>
            <a:off x="6590581" y="4235289"/>
            <a:ext cx="1940943" cy="1126747"/>
          </a:xfrm>
          <a:prstGeom prst="cloudCallout">
            <a:avLst>
              <a:gd name="adj1" fmla="val -58333"/>
              <a:gd name="adj2" fmla="val 79845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Code Coverage</a:t>
            </a:r>
            <a:endParaRPr lang="en-US" sz="1400" dirty="0"/>
          </a:p>
        </p:txBody>
      </p:sp>
      <p:sp>
        <p:nvSpPr>
          <p:cNvPr id="25" name="Cloud Callout 24"/>
          <p:cNvSpPr/>
          <p:nvPr/>
        </p:nvSpPr>
        <p:spPr>
          <a:xfrm flipH="1">
            <a:off x="2846717" y="1332448"/>
            <a:ext cx="1794294" cy="1126747"/>
          </a:xfrm>
          <a:prstGeom prst="cloudCallout">
            <a:avLst>
              <a:gd name="adj1" fmla="val -58333"/>
              <a:gd name="adj2" fmla="val 79845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Deployment issues</a:t>
            </a:r>
            <a:endParaRPr lang="en-US" sz="1400" dirty="0"/>
          </a:p>
        </p:txBody>
      </p:sp>
      <p:sp>
        <p:nvSpPr>
          <p:cNvPr id="26" name="Cloud Callout 25"/>
          <p:cNvSpPr/>
          <p:nvPr/>
        </p:nvSpPr>
        <p:spPr>
          <a:xfrm flipH="1">
            <a:off x="4766094" y="826094"/>
            <a:ext cx="1794294" cy="1126747"/>
          </a:xfrm>
          <a:prstGeom prst="cloudCallout">
            <a:avLst>
              <a:gd name="adj1" fmla="val -18429"/>
              <a:gd name="adj2" fmla="val 122719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3</a:t>
            </a:r>
            <a:r>
              <a:rPr lang="en-US" sz="1400" baseline="30000" dirty="0" smtClean="0"/>
              <a:t>rd</a:t>
            </a:r>
            <a:r>
              <a:rPr lang="en-US" sz="1400" dirty="0" smtClean="0"/>
              <a:t> parties</a:t>
            </a:r>
            <a:endParaRPr lang="en-US" sz="1400" dirty="0"/>
          </a:p>
        </p:txBody>
      </p:sp>
      <p:sp>
        <p:nvSpPr>
          <p:cNvPr id="27" name="Cloud Callout 26"/>
          <p:cNvSpPr/>
          <p:nvPr/>
        </p:nvSpPr>
        <p:spPr>
          <a:xfrm>
            <a:off x="5576977" y="3698154"/>
            <a:ext cx="1940943" cy="1126747"/>
          </a:xfrm>
          <a:prstGeom prst="cloudCallout">
            <a:avLst>
              <a:gd name="adj1" fmla="val -55222"/>
              <a:gd name="adj2" fmla="val 97454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# False positives and negatives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58244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975" y="2016125"/>
            <a:ext cx="9233574" cy="41402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Releasing secure software: Static Code Analysis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352693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975" y="2016125"/>
            <a:ext cx="9233574" cy="41402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Releasing secure software: Static Code Analysis</a:t>
            </a:r>
            <a:endParaRPr lang="en-US" sz="3600" dirty="0"/>
          </a:p>
        </p:txBody>
      </p:sp>
      <p:sp>
        <p:nvSpPr>
          <p:cNvPr id="2" name="Cloud Callout 1"/>
          <p:cNvSpPr/>
          <p:nvPr/>
        </p:nvSpPr>
        <p:spPr>
          <a:xfrm>
            <a:off x="1165412" y="3639671"/>
            <a:ext cx="4580964" cy="1057835"/>
          </a:xfrm>
          <a:prstGeom prst="cloud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../../tomcat/conf/server.xml</a:t>
            </a:r>
          </a:p>
        </p:txBody>
      </p:sp>
    </p:spTree>
    <p:extLst>
      <p:ext uri="{BB962C8B-B14F-4D97-AF65-F5344CB8AC3E}">
        <p14:creationId xmlns:p14="http://schemas.microsoft.com/office/powerpoint/2010/main" val="3822155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975" y="2016125"/>
            <a:ext cx="9233574" cy="41402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Releasing secure software: Static Code Analysis</a:t>
            </a:r>
            <a:endParaRPr lang="en-US" sz="3600" dirty="0"/>
          </a:p>
        </p:txBody>
      </p:sp>
      <p:sp>
        <p:nvSpPr>
          <p:cNvPr id="2" name="Cloud Callout 1"/>
          <p:cNvSpPr/>
          <p:nvPr/>
        </p:nvSpPr>
        <p:spPr>
          <a:xfrm>
            <a:off x="1730187" y="3550024"/>
            <a:ext cx="4733365" cy="1326776"/>
          </a:xfrm>
          <a:prstGeom prst="cloud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twenty-one%0a%0aINFO:+User+logged+out%3dbadguy</a:t>
            </a:r>
          </a:p>
        </p:txBody>
      </p:sp>
    </p:spTree>
    <p:extLst>
      <p:ext uri="{BB962C8B-B14F-4D97-AF65-F5344CB8AC3E}">
        <p14:creationId xmlns:p14="http://schemas.microsoft.com/office/powerpoint/2010/main" val="148807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3100" y="1619311"/>
            <a:ext cx="7109799" cy="4957873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Releasing secure software: dependencies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46436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3100" y="1619311"/>
            <a:ext cx="7109799" cy="4957873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Releasing secure software: dependencies</a:t>
            </a:r>
            <a:endParaRPr lang="en-US" sz="3600" dirty="0"/>
          </a:p>
        </p:txBody>
      </p:sp>
      <p:sp>
        <p:nvSpPr>
          <p:cNvPr id="2" name="Cloud Callout 1"/>
          <p:cNvSpPr/>
          <p:nvPr/>
        </p:nvSpPr>
        <p:spPr>
          <a:xfrm>
            <a:off x="2958351" y="1908424"/>
            <a:ext cx="6033249" cy="1336800"/>
          </a:xfrm>
          <a:prstGeom prst="cloudCallou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3"/>
              </a:rPr>
              <a:t>https://adamcaudill.com/2017/10/04/exploiting-jackson-rce-cve-2017-7525/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860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Security needs to be present in:</a:t>
            </a:r>
            <a:br>
              <a:rPr lang="en-US" dirty="0" smtClean="0"/>
            </a:br>
            <a:r>
              <a:rPr lang="en-US" dirty="0" smtClean="0"/>
              <a:t>	Design, Development, Testing, Process and People</a:t>
            </a:r>
          </a:p>
          <a:p>
            <a:endParaRPr lang="en-US" dirty="0"/>
          </a:p>
          <a:p>
            <a:r>
              <a:rPr lang="en-US" dirty="0" smtClean="0"/>
              <a:t>Do not implement crypto yourself</a:t>
            </a:r>
          </a:p>
          <a:p>
            <a:endParaRPr lang="en-US" dirty="0"/>
          </a:p>
          <a:p>
            <a:r>
              <a:rPr lang="en-US" dirty="0" smtClean="0"/>
              <a:t>Make security and impact explicit on your back log</a:t>
            </a:r>
          </a:p>
          <a:p>
            <a:endParaRPr lang="en-US" dirty="0"/>
          </a:p>
          <a:p>
            <a:r>
              <a:rPr lang="en-US" dirty="0" smtClean="0"/>
              <a:t>Keep security in mind when designing, building &amp; releasing software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takeaways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445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Become a security champion</a:t>
            </a:r>
            <a:endParaRPr lang="en-US" dirty="0"/>
          </a:p>
        </p:txBody>
      </p:sp>
      <p:pic>
        <p:nvPicPr>
          <p:cNvPr id="4" name="Google Shape;71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7738" y="1563425"/>
            <a:ext cx="4876525" cy="48162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4558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nfo Support - licht">
  <a:themeElements>
    <a:clrScheme name="InfoSupport">
      <a:dk1>
        <a:srgbClr val="133561"/>
      </a:dk1>
      <a:lt1>
        <a:sysClr val="window" lastClr="FFFFFF"/>
      </a:lt1>
      <a:dk2>
        <a:srgbClr val="000000"/>
      </a:dk2>
      <a:lt2>
        <a:srgbClr val="FFFFFF"/>
      </a:lt2>
      <a:accent1>
        <a:srgbClr val="133561"/>
      </a:accent1>
      <a:accent2>
        <a:srgbClr val="007FC3"/>
      </a:accent2>
      <a:accent3>
        <a:srgbClr val="CAE744"/>
      </a:accent3>
      <a:accent4>
        <a:srgbClr val="A0BBE3"/>
      </a:accent4>
      <a:accent5>
        <a:srgbClr val="8587A3"/>
      </a:accent5>
      <a:accent6>
        <a:srgbClr val="C7D64A"/>
      </a:accent6>
      <a:hlink>
        <a:srgbClr val="007FC3"/>
      </a:hlink>
      <a:folHlink>
        <a:srgbClr val="007FC3"/>
      </a:folHlink>
    </a:clrScheme>
    <a:fontScheme name="InfoSuppor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foSupport presentatie.potx" id="{0EA9C180-1A22-4A45-B49A-18B34D21D7EC}" vid="{C6DD1325-3EF6-4A1B-9D58-3AFF238EEB21}"/>
    </a:ext>
  </a:extLst>
</a:theme>
</file>

<file path=ppt/theme/theme3.xml><?xml version="1.0" encoding="utf-8"?>
<a:theme xmlns:a="http://schemas.openxmlformats.org/drawingml/2006/main" name="1_Info Support - licht">
  <a:themeElements>
    <a:clrScheme name="InfoSupport">
      <a:dk1>
        <a:srgbClr val="133561"/>
      </a:dk1>
      <a:lt1>
        <a:sysClr val="window" lastClr="FFFFFF"/>
      </a:lt1>
      <a:dk2>
        <a:srgbClr val="000000"/>
      </a:dk2>
      <a:lt2>
        <a:srgbClr val="FFFFFF"/>
      </a:lt2>
      <a:accent1>
        <a:srgbClr val="133561"/>
      </a:accent1>
      <a:accent2>
        <a:srgbClr val="007FC3"/>
      </a:accent2>
      <a:accent3>
        <a:srgbClr val="CAE744"/>
      </a:accent3>
      <a:accent4>
        <a:srgbClr val="A0BBE3"/>
      </a:accent4>
      <a:accent5>
        <a:srgbClr val="8587A3"/>
      </a:accent5>
      <a:accent6>
        <a:srgbClr val="C7D64A"/>
      </a:accent6>
      <a:hlink>
        <a:srgbClr val="007FC3"/>
      </a:hlink>
      <a:folHlink>
        <a:srgbClr val="007FC3"/>
      </a:folHlink>
    </a:clrScheme>
    <a:fontScheme name="InfoSuppor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foSupport presentatie.potx" id="{0EA9C180-1A22-4A45-B49A-18B34D21D7EC}" vid="{C6DD1325-3EF6-4A1B-9D58-3AFF238EEB21}"/>
    </a:ext>
  </a:extLst>
</a:theme>
</file>

<file path=ppt/theme/theme4.xml><?xml version="1.0" encoding="utf-8"?>
<a:theme xmlns:a="http://schemas.openxmlformats.org/drawingml/2006/main" name="Atlas">
  <a:themeElements>
    <a:clrScheme name="Atlas">
      <a:dk1>
        <a:srgbClr val="000000"/>
      </a:dk1>
      <a:lt1>
        <a:srgbClr val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1179</Words>
  <Application>Microsoft Office PowerPoint</Application>
  <PresentationFormat>Widescreen</PresentationFormat>
  <Paragraphs>316</Paragraphs>
  <Slides>53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53</vt:i4>
      </vt:variant>
    </vt:vector>
  </HeadingPairs>
  <TitlesOfParts>
    <vt:vector size="68" baseType="lpstr">
      <vt:lpstr>Arial</vt:lpstr>
      <vt:lpstr>Calibri</vt:lpstr>
      <vt:lpstr>Calibri Light</vt:lpstr>
      <vt:lpstr>Cambria Math</vt:lpstr>
      <vt:lpstr>Courier New</vt:lpstr>
      <vt:lpstr>Droid Sans</vt:lpstr>
      <vt:lpstr>ING Me</vt:lpstr>
      <vt:lpstr>Noto Sans Symbols</vt:lpstr>
      <vt:lpstr>Rockwell</vt:lpstr>
      <vt:lpstr>Source Code Pro</vt:lpstr>
      <vt:lpstr>Source Code Pro Medium</vt:lpstr>
      <vt:lpstr>Office Theme</vt:lpstr>
      <vt:lpstr>Info Support - licht</vt:lpstr>
      <vt:lpstr>1_Info Support - licht</vt:lpstr>
      <vt:lpstr>Atlas</vt:lpstr>
      <vt:lpstr>Security … and practice</vt:lpstr>
      <vt:lpstr>Security, why bother?</vt:lpstr>
      <vt:lpstr>Security, why bother?</vt:lpstr>
      <vt:lpstr>Security, why bother?</vt:lpstr>
      <vt:lpstr>Security, why bother?</vt:lpstr>
      <vt:lpstr>Security, why bother?</vt:lpstr>
      <vt:lpstr>PowerPoint Presentation</vt:lpstr>
      <vt:lpstr>PowerPoint Presentation</vt:lpstr>
      <vt:lpstr>Our 3 area’s of our technology policy</vt:lpstr>
      <vt:lpstr>How does security fit in these areas?</vt:lpstr>
      <vt:lpstr>How does security fit in these areas?</vt:lpstr>
      <vt:lpstr>How does security fit in these areas?</vt:lpstr>
      <vt:lpstr>How does security fit in these areas?</vt:lpstr>
      <vt:lpstr>How does security fit in these areas?</vt:lpstr>
      <vt:lpstr>Security Maturity</vt:lpstr>
      <vt:lpstr>PowerPoint Presentation</vt:lpstr>
      <vt:lpstr>PowerPoint Presentation</vt:lpstr>
      <vt:lpstr>PowerPoint Presentation</vt:lpstr>
      <vt:lpstr>PowerPoint Presentation</vt:lpstr>
      <vt:lpstr>How does security fit in these areas?</vt:lpstr>
      <vt:lpstr>Security &amp; being agile: SCRUM</vt:lpstr>
      <vt:lpstr>PowerPoint Presentation</vt:lpstr>
      <vt:lpstr>Security &amp; being agile: SCRUM</vt:lpstr>
      <vt:lpstr>Security &amp; being agile: story</vt:lpstr>
      <vt:lpstr>Security &amp; being agile: attacker story</vt:lpstr>
      <vt:lpstr>Security &amp; being agile: sprint backlog</vt:lpstr>
      <vt:lpstr>How does security fit in these areas?</vt:lpstr>
      <vt:lpstr>Secure software design: integrity</vt:lpstr>
      <vt:lpstr>Secure software design: integrity</vt:lpstr>
      <vt:lpstr>Secure software design: integrity</vt:lpstr>
      <vt:lpstr>Secure software design: integrity</vt:lpstr>
      <vt:lpstr>Secure software coding: integrity</vt:lpstr>
      <vt:lpstr>Secure software coding: integrity</vt:lpstr>
      <vt:lpstr>Arrays.equals implementation</vt:lpstr>
      <vt:lpstr>Arrays.equals implementation</vt:lpstr>
      <vt:lpstr>Solution: MessageDigest.isEqual</vt:lpstr>
      <vt:lpstr>How does security fit in these areas?</vt:lpstr>
      <vt:lpstr>Releasing secure software:  Black box and White box</vt:lpstr>
      <vt:lpstr>Releasing secure software:  Black box and White box</vt:lpstr>
      <vt:lpstr>Releasing secure software:  Black box and White box</vt:lpstr>
      <vt:lpstr>Releasing secure software:  Black box and White box</vt:lpstr>
      <vt:lpstr>Releasing secure software:  Black box and White box</vt:lpstr>
      <vt:lpstr>Releasing secure software:  Black box and White box</vt:lpstr>
      <vt:lpstr>Releasing secure software:  Black box and White box</vt:lpstr>
      <vt:lpstr>Releasing secure software:  Black box and White box</vt:lpstr>
      <vt:lpstr>Releasing secure software:  Black box and White box</vt:lpstr>
      <vt:lpstr>Releasing secure software: Static Code Analysis</vt:lpstr>
      <vt:lpstr>Releasing secure software: Static Code Analysis</vt:lpstr>
      <vt:lpstr>Releasing secure software: Static Code Analysis</vt:lpstr>
      <vt:lpstr>Releasing secure software: dependencies</vt:lpstr>
      <vt:lpstr>Releasing secure software: dependencies</vt:lpstr>
      <vt:lpstr>Key takeaways</vt:lpstr>
      <vt:lpstr>Become a security champion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 Heerschop</dc:creator>
  <cp:lastModifiedBy>IngmarS01</cp:lastModifiedBy>
  <cp:revision>115</cp:revision>
  <dcterms:created xsi:type="dcterms:W3CDTF">2019-07-31T08:34:06Z</dcterms:created>
  <dcterms:modified xsi:type="dcterms:W3CDTF">2020-04-03T13:13:14Z</dcterms:modified>
</cp:coreProperties>
</file>